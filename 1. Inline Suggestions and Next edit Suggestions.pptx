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9" r:id="rId1"/>
  </p:sldMasterIdLst>
  <p:notesMasterIdLst>
    <p:notesMasterId r:id="rId12"/>
  </p:notesMasterIdLst>
  <p:sldIdLst>
    <p:sldId id="256" r:id="rId2"/>
    <p:sldId id="257" r:id="rId3"/>
    <p:sldId id="259" r:id="rId4"/>
    <p:sldId id="261" r:id="rId5"/>
    <p:sldId id="262" r:id="rId6"/>
    <p:sldId id="264" r:id="rId7"/>
    <p:sldId id="265" r:id="rId8"/>
    <p:sldId id="263" r:id="rId9"/>
    <p:sldId id="266" r:id="rId10"/>
    <p:sldId id="268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FF00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>
        <p:scale>
          <a:sx n="75" d="100"/>
          <a:sy n="75" d="100"/>
        </p:scale>
        <p:origin x="298" y="3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BD3C7ED-5192-4BCA-B5C8-0D345393F4D3}" type="datetimeFigureOut">
              <a:rPr lang="en-IN" smtClean="0"/>
              <a:t>16-01-2026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B3F9CC3-2089-468C-859C-5E3002A3B78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29077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3F9CC3-2089-468C-859C-5E3002A3B78F}" type="slidenum">
              <a:rPr lang="en-IN" smtClean="0"/>
              <a:t>2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3753790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A73656-970D-4D94-885B-1D1A540EED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FA22CAE-FD23-DC05-D24C-58D0C6A7C5C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6A4F12B-6C3B-A5D9-2AE1-7F517698BD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5A90BB-3FB3-22F7-3798-1AA31361038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3F9CC3-2089-468C-859C-5E3002A3B78F}" type="slidenum">
              <a:rPr lang="en-IN" smtClean="0"/>
              <a:t>3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5769321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B316E9-5A33-CA2C-3888-F8F6775E92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AFE018E-3092-00C6-68F4-02B30E5FBE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CB12EDD-FD90-678C-C917-5FE7C0C263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EDA786-CC45-42BB-170F-156048B7B12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3F9CC3-2089-468C-859C-5E3002A3B78F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2957622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D4B761-2491-4299-6352-03A6A7C010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5EF26FF-1E2C-2EFE-7767-1BC1D55F4D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9FDD8E5-ABEE-0E36-7656-24FFB3F48A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9EDE64-B5E3-D4D7-0E5A-1C822B4EB23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3F9CC3-2089-468C-859C-5E3002A3B78F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363201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CB5EFC-91D2-97E0-1910-B6EA42308F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34EEF72-6734-560F-1E2B-B6375195DE1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E389010-E1B4-0804-9157-70BCA520CE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E6E65D-F77E-DD30-97E4-2F9C1A80C8C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3F9CC3-2089-468C-859C-5E3002A3B78F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8008300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543BDC-0036-D255-F73C-0713A6E79E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3B1B984-10EB-F0E4-7758-CEFD9FED79D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5AC1287-7DFE-F734-B29E-623F39C2EF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4F2F1C-A4BA-85CE-EFBA-5405626FB9B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3F9CC3-2089-468C-859C-5E3002A3B78F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9886706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A5A5A4-193E-7C83-BDAF-7E1C0342B2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F5B98E1-F514-3749-B483-64669C1D714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698E138-1384-9203-4FD0-769FE86C6A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21F416-AEA7-CCAF-071B-DEBD45CABF6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3F9CC3-2089-468C-859C-5E3002A3B78F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1278695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5CF5F0-4A5B-C9CC-87AC-3D90939BA3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7E2A0EF-576B-354C-E8B2-15E7540F2BD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0131127-D47E-E5DD-B8F9-610B043D05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13092B-026D-D521-7234-80BCB74BA42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3F9CC3-2089-468C-859C-5E3002A3B78F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522791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132EFB-2F26-DD2C-384E-A235EC6555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65A9AC9-207A-A12B-7CB0-C7FA30F90FC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6230198-6B77-5207-E7BA-0B31EE1215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D22285-18A3-8236-D77E-AA216B4A372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3F9CC3-2089-468C-859C-5E3002A3B78F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365179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DE6C8-AB1D-4204-BC9C-3366B0BF04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4088" y="889820"/>
            <a:ext cx="9989574" cy="3598606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7B9009-EE50-4EE5-B6EB-CD6EC83D3F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4088" y="4488426"/>
            <a:ext cx="6991776" cy="130277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C8667E-058A-436F-B8EA-5B3A99D43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1EADE-8E88-4C7C-8AC5-FB148DE4940E}" type="datetime1">
              <a:rPr lang="en-US" smtClean="0"/>
              <a:t>1/16/2026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80305-1AD7-482D-BFFD-6CDB83AB3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5762A1-52E9-402D-B65E-DF193E44C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71626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87CA6-BFD9-4CB1-8892-F6B062E82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DA8C3-9C0C-4E52-9A62-E4DB159E6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3EC35-E02F-41FF-9232-F90692A90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B6794-849E-4626-908B-D15793550EFB}" type="datetime1">
              <a:rPr lang="en-US" smtClean="0"/>
              <a:t>1/16/2026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13D38-5DF1-443B-8A12-71E834FDC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5E644A-4A37-4757-9809-5B035E287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62250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6578B-CD85-4BF1-A729-E8E8079B5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383" y="1709738"/>
            <a:ext cx="1063206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8448C1-C13F-4826-8347-EEB00A6643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383" y="4589463"/>
            <a:ext cx="1063206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06546A-957F-4C4D-9744-1177AD258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B64E7-5594-42A3-ADBF-E95A7ACEAD64}" type="datetime1">
              <a:rPr lang="en-US" smtClean="0"/>
              <a:t>1/16/2026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DB149C-CC63-4E3A-A83D-EF637EB51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B94775-7982-41EC-B584-D51224D38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33761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E4BD8-507D-48E4-A624-F16A741C3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A07E4-3A39-457C-A059-7DFB6039D9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04088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141E17-47CE-4A78-B0FA-0E9786DA67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81344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F02C13-D3ED-4044-9716-F29D79A18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62B0B-D248-4FFB-8695-AD7FA4B1284A}" type="datetime1">
              <a:rPr lang="en-US" smtClean="0"/>
              <a:t>1/16/2026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F334AD-FB29-4355-B5CF-85E61B4F3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5AA154-790C-4774-9C21-8C543E733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73368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7DD35-7673-4F88-86B0-634883B5E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7" y="929147"/>
            <a:ext cx="10689336" cy="7984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C820D7-3E0B-47C6-A583-C4C839C5AF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4088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839A7B-97D5-400F-B802-A0FF28FE9F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04088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E0ECA2-DBF1-4681-9DFA-93AFD1B371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81344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0EBBBB-517F-4ED7-9E51-CF0F7590B4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81344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11B5C7-1E37-478F-B4B0-C7202FFE4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78EFB-9159-4510-B73F-4F0409ADE937}" type="datetime1">
              <a:rPr lang="en-US" smtClean="0"/>
              <a:t>1/16/2026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53F7EF-507C-4CB3-86C5-8B34FFFC1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E3DEA6-E4EB-4C2A-8B4F-55EC965B6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8774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32964-A933-4B98-A141-A4B316DAF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684C9D-23DA-42B0-9DD3-7592F72E8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C9412-2452-4BED-A324-9D8C115361AD}" type="datetime1">
              <a:rPr lang="en-US" smtClean="0"/>
              <a:t>1/16/2026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BF8F05-876F-49D8-AE30-5BB2A91EC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3D20DA-9260-4577-BB51-789570A24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81678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2C1F24-E0A1-45A7-8EF5-92CD97993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18F62-D251-40E8-A23C-F4CFE9FEAB41}" type="datetime1">
              <a:rPr lang="en-US" smtClean="0"/>
              <a:t>1/16/2026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021C19-210E-46B0-9036-5D8AECC92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880FEF-487E-44DF-8615-DF2210419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48796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568EE-74C8-43A6-90BC-2DDD965CF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9848"/>
            <a:ext cx="4093599" cy="131673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C35AC-CAE3-48CF-A3E4-A075C9FDD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069848"/>
            <a:ext cx="6172200" cy="479120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9D03EA-5FAD-4609-A2B8-624E426847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1176"/>
            <a:ext cx="4093599" cy="331927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58D2EA-2191-4216-B64D-067BDFE12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76144-149E-4874-93A5-554A0357CF82}" type="datetime1">
              <a:rPr lang="en-US" smtClean="0"/>
              <a:t>1/16/2026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042128-DAB4-481C-BEE6-3523E8E88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50E382-C500-4A4C-A7C6-43860383A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51888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FE98B-EACF-4251-A8AF-0D9EDD17C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6800"/>
            <a:ext cx="4103431" cy="131752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05F473-761A-4002-AF70-9FF878D013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066800"/>
            <a:ext cx="6172200" cy="47942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0C2E6A-F834-4540-BB00-E13CB45DC3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2700"/>
            <a:ext cx="4103431" cy="33162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C38EAB-AD63-415C-B263-BA1D8FBE3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A65D8-0540-4835-AE5C-25D29DBA01BE}" type="datetime1">
              <a:rPr lang="en-US" smtClean="0"/>
              <a:t>1/16/2026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2E5541-B6DE-45E8-BCFE-0DFC4F574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B78D45-289B-46AF-8CB9-E6150BEA1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77301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359C1-C098-4BF4-A55D-782F4E606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343C7E-1E8B-4D38-9B81-1AA2A8978E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A70B00-53AE-4D3F-91BE-A8D789ED9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C8B9C-477D-492A-96AD-1FC2CC997A73}" type="datetime1">
              <a:rPr lang="en-US" smtClean="0"/>
              <a:t>1/16/2026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647FC7-8124-4F70-A849-B6BCC5189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7CEBE4-50DC-47DB-B699-CCC024336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14043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418279-D3B8-4C6A-AB74-9DE3777712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42322" y="997974"/>
            <a:ext cx="2349043" cy="49849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8F733C-9309-4197-BACA-207CDC8935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68927" y="997973"/>
            <a:ext cx="8473395" cy="49849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ACD4D0-5BE6-412D-B08B-5DFFD5935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3AED5-E26D-4E29-B1B3-7847B6779594}" type="datetime1">
              <a:rPr lang="en-US" smtClean="0"/>
              <a:t>1/16/2026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21651-B786-4A39-A10F-F5231D0A2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504D2D-9379-40DE-9F45-3004BE54F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23564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A362AC-B59F-4AC7-B279-57DDD5336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6042DB-75BD-4EC1-B6D9-8A72EF940C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0635" y="2221992"/>
            <a:ext cx="10691265" cy="37398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DD1378-7C96-4079-B44C-3D86B46575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69448" y="6356350"/>
            <a:ext cx="25495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fld id="{E31BA835-12AC-4E8F-955A-EA3F4DE2791F}" type="datetime1">
              <a:rPr lang="en-US" smtClean="0"/>
              <a:t>1/16/2026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9B6B78-577F-43F5-BAEE-BF72484C98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04088" y="6356350"/>
            <a:ext cx="45397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C75B8-AF8F-4D8A-9B3D-D1951A64BA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64F9B95-9045-48D2-B9F3-2927E98F54AA}"/>
              </a:ext>
            </a:extLst>
          </p:cNvPr>
          <p:cNvCxnSpPr>
            <a:cxnSpLocks/>
          </p:cNvCxnSpPr>
          <p:nvPr/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85AA86F-6A4D-4BCB-A045-D992CDC2959B}"/>
              </a:ext>
            </a:extLst>
          </p:cNvPr>
          <p:cNvCxnSpPr>
            <a:cxnSpLocks/>
          </p:cNvCxnSpPr>
          <p:nvPr/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083127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695" r:id="rId2"/>
    <p:sldLayoutId id="2147483696" r:id="rId3"/>
    <p:sldLayoutId id="2147483697" r:id="rId4"/>
    <p:sldLayoutId id="2147483698" r:id="rId5"/>
    <p:sldLayoutId id="2147483692" r:id="rId6"/>
    <p:sldLayoutId id="2147483688" r:id="rId7"/>
    <p:sldLayoutId id="2147483689" r:id="rId8"/>
    <p:sldLayoutId id="2147483690" r:id="rId9"/>
    <p:sldLayoutId id="2147483691" r:id="rId10"/>
    <p:sldLayoutId id="2147483693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 cap="all" spc="3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7" Type="http://schemas.openxmlformats.org/officeDocument/2006/relationships/image" Target="../media/image16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svg"/><Relationship Id="rId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3E93247-6229-44AB-A550-739E971E6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sto MT"/>
              <a:ea typeface="+mn-ea"/>
              <a:cs typeface="+mn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D44F474-2FBA-EA2B-E472-6B242BB677E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6250"/>
          <a:stretch>
            <a:fillRect/>
          </a:stretch>
        </p:blipFill>
        <p:spPr>
          <a:xfrm>
            <a:off x="20" y="10"/>
            <a:ext cx="12191979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D21F66AB-6D67-4C86-A415-0B6E4EEC5A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423811" y="423809"/>
            <a:ext cx="6858002" cy="6010383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46000">
                <a:schemeClr val="bg1">
                  <a:alpha val="31000"/>
                </a:schemeClr>
              </a:gs>
              <a:gs pos="26000">
                <a:schemeClr val="bg1">
                  <a:alpha val="17000"/>
                </a:schemeClr>
              </a:gs>
              <a:gs pos="100000">
                <a:schemeClr val="bg1">
                  <a:alpha val="4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sto MT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33401CC-D8AC-50CB-E02E-21828D9CF92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3786" y="908651"/>
            <a:ext cx="5497734" cy="4005454"/>
          </a:xfrm>
        </p:spPr>
        <p:txBody>
          <a:bodyPr anchor="t">
            <a:normAutofit/>
          </a:bodyPr>
          <a:lstStyle/>
          <a:p>
            <a:r>
              <a:rPr lang="en-IN" sz="6800" dirty="0">
                <a:solidFill>
                  <a:schemeClr val="bg1"/>
                </a:solidFill>
                <a:latin typeface="Akira Expanded" panose="02000800000000000000" pitchFamily="50" charset="0"/>
              </a:rPr>
              <a:t>GitHub Copilot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02B54E3-B2E3-26E6-8A23-DD212FF5D14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13786" y="5050632"/>
            <a:ext cx="4695094" cy="898717"/>
          </a:xfrm>
          <a:solidFill>
            <a:srgbClr val="00B0F0"/>
          </a:solidFill>
        </p:spPr>
        <p:txBody>
          <a:bodyPr anchor="t">
            <a:normAutofit fontScale="92500"/>
          </a:bodyPr>
          <a:lstStyle/>
          <a:p>
            <a:r>
              <a:rPr lang="en-IN" sz="2200" dirty="0">
                <a:ln w="19050">
                  <a:solidFill>
                    <a:schemeClr val="bg1">
                      <a:lumMod val="65000"/>
                      <a:lumOff val="35000"/>
                    </a:schemeClr>
                  </a:solidFill>
                </a:ln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  <a:latin typeface="Akira Expanded" panose="02000800000000000000" pitchFamily="50" charset="0"/>
              </a:rPr>
              <a:t>Inline and </a:t>
            </a:r>
          </a:p>
          <a:p>
            <a:r>
              <a:rPr lang="en-IN" sz="2200" dirty="0">
                <a:ln w="19050">
                  <a:solidFill>
                    <a:schemeClr val="bg1">
                      <a:lumMod val="65000"/>
                      <a:lumOff val="35000"/>
                    </a:schemeClr>
                  </a:solidFill>
                </a:ln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  <a:latin typeface="Akira Expanded" panose="02000800000000000000" pitchFamily="50" charset="0"/>
              </a:rPr>
              <a:t>Next edit Suggestions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0B66F5E1-B07D-4718-F4B4-5FCE4B7E8F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39006" y="727509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8557843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E49D7415-2F11-44C2-B6AA-13A25B681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6038BEE-BF7F-DACE-C994-0431D2580C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914400"/>
            <a:ext cx="6239599" cy="130759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IN" dirty="0"/>
              <a:t>Add artifacts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815BE95-1337-20E2-B2EF-5DA486F72F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4672" y="722376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F72C87-2407-6303-C292-80982DED77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3252" y="1838391"/>
            <a:ext cx="6239599" cy="3941064"/>
          </a:xfrm>
        </p:spPr>
        <p:txBody>
          <a:bodyPr>
            <a:normAutofit/>
          </a:bodyPr>
          <a:lstStyle/>
          <a:p>
            <a:r>
              <a:rPr lang="en-IN" dirty="0">
                <a:latin typeface="+mj-lt"/>
              </a:rPr>
              <a:t>Add a blank directory and name it appropriately</a:t>
            </a:r>
          </a:p>
          <a:p>
            <a:r>
              <a:rPr lang="en-IN" dirty="0">
                <a:latin typeface="+mj-lt"/>
              </a:rPr>
              <a:t>Start VS Code and login using GitHub Account</a:t>
            </a:r>
          </a:p>
          <a:p>
            <a:r>
              <a:rPr lang="en-IN" dirty="0">
                <a:latin typeface="+mj-lt"/>
              </a:rPr>
              <a:t>Open the folder in VS Code</a:t>
            </a:r>
          </a:p>
          <a:p>
            <a:r>
              <a:rPr lang="en-IN" dirty="0">
                <a:latin typeface="+mj-lt"/>
              </a:rPr>
              <a:t>Add a new file index.html</a:t>
            </a:r>
          </a:p>
          <a:p>
            <a:r>
              <a:rPr lang="en-IN" dirty="0">
                <a:latin typeface="+mj-lt"/>
              </a:rPr>
              <a:t>In Status bar , click on copilot icon</a:t>
            </a:r>
          </a:p>
          <a:p>
            <a:r>
              <a:rPr lang="en-IN" dirty="0">
                <a:latin typeface="+mj-lt"/>
              </a:rPr>
              <a:t>From copilot usage pop up unselect</a:t>
            </a:r>
          </a:p>
          <a:p>
            <a:pPr lvl="1"/>
            <a:r>
              <a:rPr lang="en-IN" dirty="0">
                <a:highlight>
                  <a:srgbClr val="00FF00"/>
                </a:highlight>
                <a:latin typeface="+mj-lt"/>
              </a:rPr>
              <a:t>Unselect Next Edit Suggestions</a:t>
            </a:r>
          </a:p>
          <a:p>
            <a:endParaRPr lang="en-IN" dirty="0">
              <a:latin typeface="+mj-lt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EA6A150-57D9-AD1A-3BE3-E25E0790D06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8451" r="41229"/>
          <a:stretch>
            <a:fillRect/>
          </a:stretch>
        </p:blipFill>
        <p:spPr>
          <a:xfrm>
            <a:off x="7583424" y="10"/>
            <a:ext cx="4608576" cy="685799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4493676-4F86-A0CF-A1EC-864A722F188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9023" r="1"/>
          <a:stretch>
            <a:fillRect/>
          </a:stretch>
        </p:blipFill>
        <p:spPr>
          <a:xfrm>
            <a:off x="8935720" y="596627"/>
            <a:ext cx="2897951" cy="556642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EBED27A-0885-5A6C-4641-9E3DC514DFF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35606" y="3136390"/>
            <a:ext cx="4286862" cy="3374138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3BA0B261-07D9-2974-E062-99C0D6198C8A}"/>
              </a:ext>
            </a:extLst>
          </p:cNvPr>
          <p:cNvSpPr/>
          <p:nvPr/>
        </p:nvSpPr>
        <p:spPr>
          <a:xfrm>
            <a:off x="8585200" y="6261373"/>
            <a:ext cx="701040" cy="274320"/>
          </a:xfrm>
          <a:prstGeom prst="rect">
            <a:avLst/>
          </a:prstGeom>
          <a:noFill/>
          <a:ln w="76200" cap="flat" cmpd="sng" algn="ctr">
            <a:solidFill>
              <a:srgbClr val="FF0000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0" name="Arrow: Curved Up 9">
            <a:extLst>
              <a:ext uri="{FF2B5EF4-FFF2-40B4-BE49-F238E27FC236}">
                <a16:creationId xmlns:a16="http://schemas.microsoft.com/office/drawing/2014/main" id="{AC04D526-4EED-4573-492E-160FB8E17A92}"/>
              </a:ext>
            </a:extLst>
          </p:cNvPr>
          <p:cNvSpPr/>
          <p:nvPr/>
        </p:nvSpPr>
        <p:spPr>
          <a:xfrm rot="17843232">
            <a:off x="9255101" y="6032439"/>
            <a:ext cx="873421" cy="499185"/>
          </a:xfrm>
          <a:prstGeom prst="curvedUpArrow">
            <a:avLst>
              <a:gd name="adj1" fmla="val 25000"/>
              <a:gd name="adj2" fmla="val 50000"/>
              <a:gd name="adj3" fmla="val 38593"/>
            </a:avLst>
          </a:prstGeom>
          <a:solidFill>
            <a:srgbClr val="FF0000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3A80835-862B-A48F-6842-3D9B1F3B5565}"/>
              </a:ext>
            </a:extLst>
          </p:cNvPr>
          <p:cNvSpPr/>
          <p:nvPr/>
        </p:nvSpPr>
        <p:spPr>
          <a:xfrm>
            <a:off x="8935720" y="4258733"/>
            <a:ext cx="2028261" cy="1173250"/>
          </a:xfrm>
          <a:prstGeom prst="rect">
            <a:avLst/>
          </a:prstGeom>
          <a:noFill/>
          <a:ln w="76200" cap="flat" cmpd="sng" algn="ctr">
            <a:solidFill>
              <a:schemeClr val="bg1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927158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67882F3-034C-AEEB-C893-5874E00F76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6C1325BC-F3EA-A618-7655-AB7C2CA55B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B9AA210-44DE-2898-3168-AB6B8F3CA0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914400"/>
            <a:ext cx="6239599" cy="130759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IN" dirty="0"/>
              <a:t>Ghost suggestion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6CA0607-A46C-7FF6-4BF8-8648AE282F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4672" y="722376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71B734FC-8846-1E55-CDAA-BFF72B8239F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8451" r="41229"/>
          <a:stretch>
            <a:fillRect/>
          </a:stretch>
        </p:blipFill>
        <p:spPr>
          <a:xfrm>
            <a:off x="7583424" y="0"/>
            <a:ext cx="4608576" cy="6857990"/>
          </a:xfrm>
          <a:prstGeom prst="rect">
            <a:avLst/>
          </a:prstGeom>
        </p:spPr>
      </p:pic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028DEB46-11CD-4620-6320-63D5ADA6D1DA}"/>
              </a:ext>
            </a:extLst>
          </p:cNvPr>
          <p:cNvSpPr/>
          <p:nvPr/>
        </p:nvSpPr>
        <p:spPr>
          <a:xfrm>
            <a:off x="5841822" y="2413000"/>
            <a:ext cx="458992" cy="1735667"/>
          </a:xfrm>
          <a:custGeom>
            <a:avLst/>
            <a:gdLst>
              <a:gd name="csX0" fmla="*/ 279578 w 458992"/>
              <a:gd name="csY0" fmla="*/ 0 h 1735667"/>
              <a:gd name="csX1" fmla="*/ 127178 w 458992"/>
              <a:gd name="csY1" fmla="*/ 220133 h 1735667"/>
              <a:gd name="csX2" fmla="*/ 296511 w 458992"/>
              <a:gd name="csY2" fmla="*/ 516467 h 1735667"/>
              <a:gd name="csX3" fmla="*/ 296511 w 458992"/>
              <a:gd name="csY3" fmla="*/ 584200 h 1735667"/>
              <a:gd name="csX4" fmla="*/ 254178 w 458992"/>
              <a:gd name="csY4" fmla="*/ 668867 h 1735667"/>
              <a:gd name="csX5" fmla="*/ 228778 w 458992"/>
              <a:gd name="csY5" fmla="*/ 770467 h 1735667"/>
              <a:gd name="csX6" fmla="*/ 262645 w 458992"/>
              <a:gd name="csY6" fmla="*/ 948267 h 1735667"/>
              <a:gd name="csX7" fmla="*/ 457378 w 458992"/>
              <a:gd name="csY7" fmla="*/ 1126067 h 1735667"/>
              <a:gd name="csX8" fmla="*/ 347311 w 458992"/>
              <a:gd name="csY8" fmla="*/ 1193800 h 1735667"/>
              <a:gd name="csX9" fmla="*/ 203378 w 458992"/>
              <a:gd name="csY9" fmla="*/ 1337733 h 1735667"/>
              <a:gd name="csX10" fmla="*/ 84845 w 458992"/>
              <a:gd name="csY10" fmla="*/ 1397000 h 1735667"/>
              <a:gd name="csX11" fmla="*/ 76378 w 458992"/>
              <a:gd name="csY11" fmla="*/ 1473200 h 1735667"/>
              <a:gd name="csX12" fmla="*/ 178 w 458992"/>
              <a:gd name="csY12" fmla="*/ 1625600 h 1735667"/>
              <a:gd name="csX13" fmla="*/ 59445 w 458992"/>
              <a:gd name="csY13" fmla="*/ 1735667 h 173566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</a:cxnLst>
            <a:rect l="l" t="t" r="r" b="b"/>
            <a:pathLst>
              <a:path w="458992" h="1735667">
                <a:moveTo>
                  <a:pt x="279578" y="0"/>
                </a:moveTo>
                <a:cubicBezTo>
                  <a:pt x="201967" y="67027"/>
                  <a:pt x="124356" y="134055"/>
                  <a:pt x="127178" y="220133"/>
                </a:cubicBezTo>
                <a:cubicBezTo>
                  <a:pt x="130000" y="306211"/>
                  <a:pt x="268289" y="455789"/>
                  <a:pt x="296511" y="516467"/>
                </a:cubicBezTo>
                <a:cubicBezTo>
                  <a:pt x="324733" y="577145"/>
                  <a:pt x="303566" y="558800"/>
                  <a:pt x="296511" y="584200"/>
                </a:cubicBezTo>
                <a:cubicBezTo>
                  <a:pt x="289456" y="609600"/>
                  <a:pt x="265467" y="637823"/>
                  <a:pt x="254178" y="668867"/>
                </a:cubicBezTo>
                <a:cubicBezTo>
                  <a:pt x="242889" y="699911"/>
                  <a:pt x="227367" y="723900"/>
                  <a:pt x="228778" y="770467"/>
                </a:cubicBezTo>
                <a:cubicBezTo>
                  <a:pt x="230189" y="817034"/>
                  <a:pt x="224545" y="889000"/>
                  <a:pt x="262645" y="948267"/>
                </a:cubicBezTo>
                <a:cubicBezTo>
                  <a:pt x="300745" y="1007534"/>
                  <a:pt x="443267" y="1085145"/>
                  <a:pt x="457378" y="1126067"/>
                </a:cubicBezTo>
                <a:cubicBezTo>
                  <a:pt x="471489" y="1166989"/>
                  <a:pt x="389644" y="1158522"/>
                  <a:pt x="347311" y="1193800"/>
                </a:cubicBezTo>
                <a:cubicBezTo>
                  <a:pt x="304978" y="1229078"/>
                  <a:pt x="247122" y="1303866"/>
                  <a:pt x="203378" y="1337733"/>
                </a:cubicBezTo>
                <a:cubicBezTo>
                  <a:pt x="159634" y="1371600"/>
                  <a:pt x="106012" y="1374422"/>
                  <a:pt x="84845" y="1397000"/>
                </a:cubicBezTo>
                <a:cubicBezTo>
                  <a:pt x="63678" y="1419578"/>
                  <a:pt x="90489" y="1435100"/>
                  <a:pt x="76378" y="1473200"/>
                </a:cubicBezTo>
                <a:cubicBezTo>
                  <a:pt x="62267" y="1511300"/>
                  <a:pt x="3000" y="1581856"/>
                  <a:pt x="178" y="1625600"/>
                </a:cubicBezTo>
                <a:cubicBezTo>
                  <a:pt x="-2644" y="1669344"/>
                  <a:pt x="28400" y="1702505"/>
                  <a:pt x="59445" y="1735667"/>
                </a:cubicBezTo>
              </a:path>
            </a:pathLst>
          </a:custGeom>
          <a:noFill/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DFB92D3C-35FF-7550-B557-61A0A1BD78EE}"/>
              </a:ext>
            </a:extLst>
          </p:cNvPr>
          <p:cNvSpPr/>
          <p:nvPr/>
        </p:nvSpPr>
        <p:spPr>
          <a:xfrm rot="21197243">
            <a:off x="7062122" y="3235728"/>
            <a:ext cx="5203647" cy="2619707"/>
          </a:xfrm>
          <a:custGeom>
            <a:avLst/>
            <a:gdLst>
              <a:gd name="csX0" fmla="*/ 0 w 4818005"/>
              <a:gd name="csY0" fmla="*/ 0 h 2372056"/>
              <a:gd name="csX1" fmla="*/ 4818005 w 4818005"/>
              <a:gd name="csY1" fmla="*/ 0 h 2372056"/>
              <a:gd name="csX2" fmla="*/ 4805835 w 4818005"/>
              <a:gd name="csY2" fmla="*/ 8587 h 2372056"/>
              <a:gd name="csX3" fmla="*/ 4724555 w 4818005"/>
              <a:gd name="csY3" fmla="*/ 110187 h 2372056"/>
              <a:gd name="csX4" fmla="*/ 4694075 w 4818005"/>
              <a:gd name="csY4" fmla="*/ 140667 h 2372056"/>
              <a:gd name="csX5" fmla="*/ 4643275 w 4818005"/>
              <a:gd name="csY5" fmla="*/ 232107 h 2372056"/>
              <a:gd name="csX6" fmla="*/ 4694075 w 4818005"/>
              <a:gd name="csY6" fmla="*/ 282907 h 2372056"/>
              <a:gd name="csX7" fmla="*/ 4704235 w 4818005"/>
              <a:gd name="csY7" fmla="*/ 323547 h 2372056"/>
              <a:gd name="csX8" fmla="*/ 4724555 w 4818005"/>
              <a:gd name="csY8" fmla="*/ 394667 h 2372056"/>
              <a:gd name="csX9" fmla="*/ 4755035 w 4818005"/>
              <a:gd name="csY9" fmla="*/ 404827 h 2372056"/>
              <a:gd name="csX10" fmla="*/ 4724555 w 4818005"/>
              <a:gd name="csY10" fmla="*/ 455627 h 2372056"/>
              <a:gd name="csX11" fmla="*/ 4683915 w 4818005"/>
              <a:gd name="csY11" fmla="*/ 567387 h 2372056"/>
              <a:gd name="csX12" fmla="*/ 4612795 w 4818005"/>
              <a:gd name="csY12" fmla="*/ 658827 h 2372056"/>
              <a:gd name="csX13" fmla="*/ 4582315 w 4818005"/>
              <a:gd name="csY13" fmla="*/ 709627 h 2372056"/>
              <a:gd name="csX14" fmla="*/ 4622955 w 4818005"/>
              <a:gd name="csY14" fmla="*/ 770587 h 2372056"/>
              <a:gd name="csX15" fmla="*/ 4531515 w 4818005"/>
              <a:gd name="csY15" fmla="*/ 780747 h 2372056"/>
              <a:gd name="csX16" fmla="*/ 4683915 w 4818005"/>
              <a:gd name="csY16" fmla="*/ 790907 h 2372056"/>
              <a:gd name="csX17" fmla="*/ 4633115 w 4818005"/>
              <a:gd name="csY17" fmla="*/ 953467 h 2372056"/>
              <a:gd name="csX18" fmla="*/ 4582315 w 4818005"/>
              <a:gd name="csY18" fmla="*/ 1034747 h 2372056"/>
              <a:gd name="csX19" fmla="*/ 4633115 w 4818005"/>
              <a:gd name="csY19" fmla="*/ 1116027 h 2372056"/>
              <a:gd name="csX20" fmla="*/ 4643275 w 4818005"/>
              <a:gd name="csY20" fmla="*/ 1176987 h 2372056"/>
              <a:gd name="csX21" fmla="*/ 4622955 w 4818005"/>
              <a:gd name="csY21" fmla="*/ 1309067 h 2372056"/>
              <a:gd name="csX22" fmla="*/ 4633115 w 4818005"/>
              <a:gd name="csY22" fmla="*/ 1349707 h 2372056"/>
              <a:gd name="csX23" fmla="*/ 4683915 w 4818005"/>
              <a:gd name="csY23" fmla="*/ 1359867 h 2372056"/>
              <a:gd name="csX24" fmla="*/ 4470555 w 4818005"/>
              <a:gd name="csY24" fmla="*/ 1532587 h 2372056"/>
              <a:gd name="csX25" fmla="*/ 4460395 w 4818005"/>
              <a:gd name="csY25" fmla="*/ 1654507 h 2372056"/>
              <a:gd name="csX26" fmla="*/ 4358795 w 4818005"/>
              <a:gd name="csY26" fmla="*/ 1756107 h 2372056"/>
              <a:gd name="csX27" fmla="*/ 4287675 w 4818005"/>
              <a:gd name="csY27" fmla="*/ 1837387 h 2372056"/>
              <a:gd name="csX28" fmla="*/ 4328315 w 4818005"/>
              <a:gd name="csY28" fmla="*/ 1867867 h 2372056"/>
              <a:gd name="csX29" fmla="*/ 4470555 w 4818005"/>
              <a:gd name="csY29" fmla="*/ 1949147 h 2372056"/>
              <a:gd name="csX30" fmla="*/ 4490875 w 4818005"/>
              <a:gd name="csY30" fmla="*/ 1979627 h 2372056"/>
              <a:gd name="csX31" fmla="*/ 4409595 w 4818005"/>
              <a:gd name="csY31" fmla="*/ 2020267 h 2372056"/>
              <a:gd name="csX32" fmla="*/ 4470555 w 4818005"/>
              <a:gd name="csY32" fmla="*/ 2101547 h 2372056"/>
              <a:gd name="csX33" fmla="*/ 4490875 w 4818005"/>
              <a:gd name="csY33" fmla="*/ 2142187 h 2372056"/>
              <a:gd name="csX34" fmla="*/ 4561995 w 4818005"/>
              <a:gd name="csY34" fmla="*/ 2152347 h 2372056"/>
              <a:gd name="csX35" fmla="*/ 4592475 w 4818005"/>
              <a:gd name="csY35" fmla="*/ 2182827 h 2372056"/>
              <a:gd name="csX36" fmla="*/ 4622955 w 4818005"/>
              <a:gd name="csY36" fmla="*/ 2192987 h 2372056"/>
              <a:gd name="csX37" fmla="*/ 4633115 w 4818005"/>
              <a:gd name="csY37" fmla="*/ 2233627 h 2372056"/>
              <a:gd name="csX38" fmla="*/ 4694075 w 4818005"/>
              <a:gd name="csY38" fmla="*/ 2304747 h 2372056"/>
              <a:gd name="csX39" fmla="*/ 4704235 w 4818005"/>
              <a:gd name="csY39" fmla="*/ 2355547 h 2372056"/>
              <a:gd name="csX40" fmla="*/ 4720182 w 4818005"/>
              <a:gd name="csY40" fmla="*/ 2365379 h 2372056"/>
              <a:gd name="csX41" fmla="*/ 4729434 w 4818005"/>
              <a:gd name="csY41" fmla="*/ 2372056 h 2372056"/>
              <a:gd name="csX42" fmla="*/ 0 w 4818005"/>
              <a:gd name="csY42" fmla="*/ 2372056 h 2372056"/>
              <a:gd name="csX43" fmla="*/ 0 w 4818005"/>
              <a:gd name="csY43" fmla="*/ 0 h 237205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</a:cxnLst>
            <a:rect l="l" t="t" r="r" b="b"/>
            <a:pathLst>
              <a:path w="4818005" h="2372056">
                <a:moveTo>
                  <a:pt x="0" y="0"/>
                </a:moveTo>
                <a:lnTo>
                  <a:pt x="4818005" y="0"/>
                </a:lnTo>
                <a:lnTo>
                  <a:pt x="4805835" y="8587"/>
                </a:lnTo>
                <a:cubicBezTo>
                  <a:pt x="4737779" y="60439"/>
                  <a:pt x="4770071" y="49499"/>
                  <a:pt x="4724555" y="110187"/>
                </a:cubicBezTo>
                <a:cubicBezTo>
                  <a:pt x="4715934" y="121682"/>
                  <a:pt x="4702696" y="129172"/>
                  <a:pt x="4694075" y="140667"/>
                </a:cubicBezTo>
                <a:cubicBezTo>
                  <a:pt x="4674939" y="166182"/>
                  <a:pt x="4657750" y="203158"/>
                  <a:pt x="4643275" y="232107"/>
                </a:cubicBezTo>
                <a:cubicBezTo>
                  <a:pt x="4660208" y="249040"/>
                  <a:pt x="4680791" y="262982"/>
                  <a:pt x="4694075" y="282907"/>
                </a:cubicBezTo>
                <a:cubicBezTo>
                  <a:pt x="4701821" y="294525"/>
                  <a:pt x="4700561" y="310075"/>
                  <a:pt x="4704235" y="323547"/>
                </a:cubicBezTo>
                <a:cubicBezTo>
                  <a:pt x="4710722" y="347334"/>
                  <a:pt x="4711488" y="373759"/>
                  <a:pt x="4724555" y="394667"/>
                </a:cubicBezTo>
                <a:cubicBezTo>
                  <a:pt x="4730231" y="403749"/>
                  <a:pt x="4744875" y="401440"/>
                  <a:pt x="4755035" y="404827"/>
                </a:cubicBezTo>
                <a:cubicBezTo>
                  <a:pt x="4744875" y="421760"/>
                  <a:pt x="4732470" y="437535"/>
                  <a:pt x="4724555" y="455627"/>
                </a:cubicBezTo>
                <a:cubicBezTo>
                  <a:pt x="4708667" y="491943"/>
                  <a:pt x="4703018" y="532654"/>
                  <a:pt x="4683915" y="567387"/>
                </a:cubicBezTo>
                <a:cubicBezTo>
                  <a:pt x="4665306" y="601221"/>
                  <a:pt x="4635239" y="627406"/>
                  <a:pt x="4612795" y="658827"/>
                </a:cubicBezTo>
                <a:cubicBezTo>
                  <a:pt x="4601317" y="674896"/>
                  <a:pt x="4592475" y="692694"/>
                  <a:pt x="4582315" y="709627"/>
                </a:cubicBezTo>
                <a:cubicBezTo>
                  <a:pt x="4595862" y="729947"/>
                  <a:pt x="4637150" y="750714"/>
                  <a:pt x="4622955" y="770587"/>
                </a:cubicBezTo>
                <a:cubicBezTo>
                  <a:pt x="4605130" y="795542"/>
                  <a:pt x="4502421" y="771049"/>
                  <a:pt x="4531515" y="780747"/>
                </a:cubicBezTo>
                <a:cubicBezTo>
                  <a:pt x="4579815" y="796847"/>
                  <a:pt x="4633115" y="787520"/>
                  <a:pt x="4683915" y="790907"/>
                </a:cubicBezTo>
                <a:cubicBezTo>
                  <a:pt x="4666982" y="845094"/>
                  <a:pt x="4654950" y="901063"/>
                  <a:pt x="4633115" y="953467"/>
                </a:cubicBezTo>
                <a:cubicBezTo>
                  <a:pt x="4620827" y="982959"/>
                  <a:pt x="4582315" y="1002797"/>
                  <a:pt x="4582315" y="1034747"/>
                </a:cubicBezTo>
                <a:cubicBezTo>
                  <a:pt x="4582315" y="1066697"/>
                  <a:pt x="4616182" y="1088934"/>
                  <a:pt x="4633115" y="1116027"/>
                </a:cubicBezTo>
                <a:cubicBezTo>
                  <a:pt x="4636502" y="1136347"/>
                  <a:pt x="4646407" y="1156626"/>
                  <a:pt x="4643275" y="1176987"/>
                </a:cubicBezTo>
                <a:cubicBezTo>
                  <a:pt x="4620232" y="1326769"/>
                  <a:pt x="4596134" y="1174961"/>
                  <a:pt x="4622955" y="1309067"/>
                </a:cubicBezTo>
                <a:cubicBezTo>
                  <a:pt x="4625693" y="1322759"/>
                  <a:pt x="4622388" y="1340768"/>
                  <a:pt x="4633115" y="1349707"/>
                </a:cubicBezTo>
                <a:cubicBezTo>
                  <a:pt x="4646381" y="1360762"/>
                  <a:pt x="4666982" y="1356480"/>
                  <a:pt x="4683915" y="1359867"/>
                </a:cubicBezTo>
                <a:cubicBezTo>
                  <a:pt x="4592541" y="1555668"/>
                  <a:pt x="4668291" y="1504339"/>
                  <a:pt x="4470555" y="1532587"/>
                </a:cubicBezTo>
                <a:cubicBezTo>
                  <a:pt x="4467168" y="1573227"/>
                  <a:pt x="4478633" y="1618031"/>
                  <a:pt x="4460395" y="1654507"/>
                </a:cubicBezTo>
                <a:cubicBezTo>
                  <a:pt x="4438976" y="1697345"/>
                  <a:pt x="4391681" y="1721287"/>
                  <a:pt x="4358795" y="1756107"/>
                </a:cubicBezTo>
                <a:cubicBezTo>
                  <a:pt x="4334076" y="1782280"/>
                  <a:pt x="4311382" y="1810294"/>
                  <a:pt x="4287675" y="1837387"/>
                </a:cubicBezTo>
                <a:cubicBezTo>
                  <a:pt x="4301222" y="1847547"/>
                  <a:pt x="4313866" y="1859037"/>
                  <a:pt x="4328315" y="1867867"/>
                </a:cubicBezTo>
                <a:cubicBezTo>
                  <a:pt x="4374911" y="1896343"/>
                  <a:pt x="4425555" y="1918210"/>
                  <a:pt x="4470555" y="1949147"/>
                </a:cubicBezTo>
                <a:cubicBezTo>
                  <a:pt x="4480617" y="1956065"/>
                  <a:pt x="4484102" y="1969467"/>
                  <a:pt x="4490875" y="1979627"/>
                </a:cubicBezTo>
                <a:cubicBezTo>
                  <a:pt x="4463782" y="1993174"/>
                  <a:pt x="4414575" y="1990388"/>
                  <a:pt x="4409595" y="2020267"/>
                </a:cubicBezTo>
                <a:cubicBezTo>
                  <a:pt x="4404027" y="2053673"/>
                  <a:pt x="4455409" y="2071256"/>
                  <a:pt x="4470555" y="2101547"/>
                </a:cubicBezTo>
                <a:cubicBezTo>
                  <a:pt x="4477328" y="2115094"/>
                  <a:pt x="4477635" y="2134832"/>
                  <a:pt x="4490875" y="2142187"/>
                </a:cubicBezTo>
                <a:cubicBezTo>
                  <a:pt x="4511809" y="2153817"/>
                  <a:pt x="4538288" y="2148960"/>
                  <a:pt x="4561995" y="2152347"/>
                </a:cubicBezTo>
                <a:cubicBezTo>
                  <a:pt x="4572155" y="2162507"/>
                  <a:pt x="4580520" y="2174857"/>
                  <a:pt x="4592475" y="2182827"/>
                </a:cubicBezTo>
                <a:cubicBezTo>
                  <a:pt x="4601386" y="2188768"/>
                  <a:pt x="4616265" y="2184624"/>
                  <a:pt x="4622955" y="2192987"/>
                </a:cubicBezTo>
                <a:cubicBezTo>
                  <a:pt x="4631678" y="2203891"/>
                  <a:pt x="4628212" y="2220552"/>
                  <a:pt x="4633115" y="2233627"/>
                </a:cubicBezTo>
                <a:cubicBezTo>
                  <a:pt x="4651306" y="2282136"/>
                  <a:pt x="4652165" y="2273315"/>
                  <a:pt x="4694075" y="2304747"/>
                </a:cubicBezTo>
                <a:cubicBezTo>
                  <a:pt x="4697462" y="2321680"/>
                  <a:pt x="4695667" y="2340554"/>
                  <a:pt x="4704235" y="2355547"/>
                </a:cubicBezTo>
                <a:cubicBezTo>
                  <a:pt x="4707264" y="2360848"/>
                  <a:pt x="4713841" y="2363059"/>
                  <a:pt x="4720182" y="2365379"/>
                </a:cubicBezTo>
                <a:lnTo>
                  <a:pt x="4729434" y="2372056"/>
                </a:lnTo>
                <a:lnTo>
                  <a:pt x="0" y="237205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  <a:ln w="12700" cap="flat" cmpd="sng" algn="ctr">
            <a:noFill/>
            <a:prstDash val="solid"/>
            <a:miter lim="800000"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 dirty="0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AE38196B-ACF4-16BB-30DD-2794AA1E404D}"/>
              </a:ext>
            </a:extLst>
          </p:cNvPr>
          <p:cNvSpPr/>
          <p:nvPr/>
        </p:nvSpPr>
        <p:spPr>
          <a:xfrm rot="780038">
            <a:off x="7169539" y="1079233"/>
            <a:ext cx="4527206" cy="1820725"/>
          </a:xfrm>
          <a:custGeom>
            <a:avLst/>
            <a:gdLst>
              <a:gd name="csX0" fmla="*/ 0 w 4527206"/>
              <a:gd name="csY0" fmla="*/ 0 h 1820725"/>
              <a:gd name="csX1" fmla="*/ 4527206 w 4527206"/>
              <a:gd name="csY1" fmla="*/ 0 h 1820725"/>
              <a:gd name="csX2" fmla="*/ 4527206 w 4527206"/>
              <a:gd name="csY2" fmla="*/ 29960 h 1820725"/>
              <a:gd name="csX3" fmla="*/ 4512017 w 4527206"/>
              <a:gd name="csY3" fmla="*/ 35890 h 1820725"/>
              <a:gd name="csX4" fmla="*/ 4438471 w 4527206"/>
              <a:gd name="csY4" fmla="*/ 71907 h 1820725"/>
              <a:gd name="csX5" fmla="*/ 4347031 w 4527206"/>
              <a:gd name="csY5" fmla="*/ 173507 h 1820725"/>
              <a:gd name="csX6" fmla="*/ 4306391 w 4527206"/>
              <a:gd name="csY6" fmla="*/ 214147 h 1820725"/>
              <a:gd name="csX7" fmla="*/ 4326711 w 4527206"/>
              <a:gd name="csY7" fmla="*/ 285267 h 1820725"/>
              <a:gd name="csX8" fmla="*/ 4367351 w 4527206"/>
              <a:gd name="csY8" fmla="*/ 356387 h 1820725"/>
              <a:gd name="csX9" fmla="*/ 4336871 w 4527206"/>
              <a:gd name="csY9" fmla="*/ 407187 h 1820725"/>
              <a:gd name="csX10" fmla="*/ 4357191 w 4527206"/>
              <a:gd name="csY10" fmla="*/ 457987 h 1820725"/>
              <a:gd name="csX11" fmla="*/ 4347031 w 4527206"/>
              <a:gd name="csY11" fmla="*/ 508787 h 1820725"/>
              <a:gd name="csX12" fmla="*/ 4418151 w 4527206"/>
              <a:gd name="csY12" fmla="*/ 590067 h 1820725"/>
              <a:gd name="csX13" fmla="*/ 4438471 w 4527206"/>
              <a:gd name="csY13" fmla="*/ 620547 h 1820725"/>
              <a:gd name="csX14" fmla="*/ 4397831 w 4527206"/>
              <a:gd name="csY14" fmla="*/ 640867 h 1820725"/>
              <a:gd name="csX15" fmla="*/ 4347031 w 4527206"/>
              <a:gd name="csY15" fmla="*/ 742467 h 1820725"/>
              <a:gd name="csX16" fmla="*/ 4316551 w 4527206"/>
              <a:gd name="csY16" fmla="*/ 651027 h 1820725"/>
              <a:gd name="csX17" fmla="*/ 4245431 w 4527206"/>
              <a:gd name="csY17" fmla="*/ 742467 h 1820725"/>
              <a:gd name="csX18" fmla="*/ 4286071 w 4527206"/>
              <a:gd name="csY18" fmla="*/ 793267 h 1820725"/>
              <a:gd name="csX19" fmla="*/ 4275911 w 4527206"/>
              <a:gd name="csY19" fmla="*/ 965987 h 1820725"/>
              <a:gd name="csX20" fmla="*/ 4286071 w 4527206"/>
              <a:gd name="csY20" fmla="*/ 1016787 h 1820725"/>
              <a:gd name="csX21" fmla="*/ 4326711 w 4527206"/>
              <a:gd name="csY21" fmla="*/ 1047267 h 1820725"/>
              <a:gd name="csX22" fmla="*/ 4296231 w 4527206"/>
              <a:gd name="csY22" fmla="*/ 1098067 h 1820725"/>
              <a:gd name="csX23" fmla="*/ 4235271 w 4527206"/>
              <a:gd name="csY23" fmla="*/ 1230147 h 1820725"/>
              <a:gd name="csX24" fmla="*/ 4174311 w 4527206"/>
              <a:gd name="csY24" fmla="*/ 1311427 h 1820725"/>
              <a:gd name="csX25" fmla="*/ 4214951 w 4527206"/>
              <a:gd name="csY25" fmla="*/ 1382547 h 1820725"/>
              <a:gd name="csX26" fmla="*/ 4174311 w 4527206"/>
              <a:gd name="csY26" fmla="*/ 1433347 h 1820725"/>
              <a:gd name="csX27" fmla="*/ 4245431 w 4527206"/>
              <a:gd name="csY27" fmla="*/ 1524787 h 1820725"/>
              <a:gd name="csX28" fmla="*/ 4265751 w 4527206"/>
              <a:gd name="csY28" fmla="*/ 1616227 h 1820725"/>
              <a:gd name="csX29" fmla="*/ 4245431 w 4527206"/>
              <a:gd name="csY29" fmla="*/ 1667027 h 1820725"/>
              <a:gd name="csX30" fmla="*/ 4275911 w 4527206"/>
              <a:gd name="csY30" fmla="*/ 1707667 h 1820725"/>
              <a:gd name="csX31" fmla="*/ 4235271 w 4527206"/>
              <a:gd name="csY31" fmla="*/ 1788947 h 1820725"/>
              <a:gd name="csX32" fmla="*/ 4326711 w 4527206"/>
              <a:gd name="csY32" fmla="*/ 1799107 h 1820725"/>
              <a:gd name="csX33" fmla="*/ 4347615 w 4527206"/>
              <a:gd name="csY33" fmla="*/ 1813015 h 1820725"/>
              <a:gd name="csX34" fmla="*/ 4356797 w 4527206"/>
              <a:gd name="csY34" fmla="*/ 1820725 h 1820725"/>
              <a:gd name="csX35" fmla="*/ 0 w 4527206"/>
              <a:gd name="csY35" fmla="*/ 1820725 h 1820725"/>
              <a:gd name="csX36" fmla="*/ 0 w 4527206"/>
              <a:gd name="csY36" fmla="*/ 0 h 182072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</a:cxnLst>
            <a:rect l="l" t="t" r="r" b="b"/>
            <a:pathLst>
              <a:path w="4527206" h="1820725">
                <a:moveTo>
                  <a:pt x="0" y="0"/>
                </a:moveTo>
                <a:lnTo>
                  <a:pt x="4527206" y="0"/>
                </a:lnTo>
                <a:lnTo>
                  <a:pt x="4527206" y="29960"/>
                </a:lnTo>
                <a:lnTo>
                  <a:pt x="4512017" y="35890"/>
                </a:lnTo>
                <a:cubicBezTo>
                  <a:pt x="4486912" y="46666"/>
                  <a:pt x="4462298" y="58466"/>
                  <a:pt x="4438471" y="71907"/>
                </a:cubicBezTo>
                <a:cubicBezTo>
                  <a:pt x="4398787" y="94293"/>
                  <a:pt x="4378034" y="140119"/>
                  <a:pt x="4347031" y="173507"/>
                </a:cubicBezTo>
                <a:cubicBezTo>
                  <a:pt x="4333995" y="187546"/>
                  <a:pt x="4319938" y="200600"/>
                  <a:pt x="4306391" y="214147"/>
                </a:cubicBezTo>
                <a:cubicBezTo>
                  <a:pt x="4313164" y="237854"/>
                  <a:pt x="4316999" y="262605"/>
                  <a:pt x="4326711" y="285267"/>
                </a:cubicBezTo>
                <a:cubicBezTo>
                  <a:pt x="4337467" y="310364"/>
                  <a:pt x="4365084" y="329177"/>
                  <a:pt x="4367351" y="356387"/>
                </a:cubicBezTo>
                <a:cubicBezTo>
                  <a:pt x="4368991" y="376066"/>
                  <a:pt x="4347031" y="390254"/>
                  <a:pt x="4336871" y="407187"/>
                </a:cubicBezTo>
                <a:cubicBezTo>
                  <a:pt x="4343644" y="424120"/>
                  <a:pt x="4355376" y="439840"/>
                  <a:pt x="4357191" y="457987"/>
                </a:cubicBezTo>
                <a:cubicBezTo>
                  <a:pt x="4358909" y="475170"/>
                  <a:pt x="4339794" y="493108"/>
                  <a:pt x="4347031" y="508787"/>
                </a:cubicBezTo>
                <a:cubicBezTo>
                  <a:pt x="4362117" y="541474"/>
                  <a:pt x="4395354" y="562204"/>
                  <a:pt x="4418151" y="590067"/>
                </a:cubicBezTo>
                <a:cubicBezTo>
                  <a:pt x="4425883" y="599518"/>
                  <a:pt x="4431698" y="610387"/>
                  <a:pt x="4438471" y="620547"/>
                </a:cubicBezTo>
                <a:cubicBezTo>
                  <a:pt x="4424924" y="627320"/>
                  <a:pt x="4406232" y="628265"/>
                  <a:pt x="4397831" y="640867"/>
                </a:cubicBezTo>
                <a:cubicBezTo>
                  <a:pt x="4276494" y="822872"/>
                  <a:pt x="4451514" y="637984"/>
                  <a:pt x="4347031" y="742467"/>
                </a:cubicBezTo>
                <a:cubicBezTo>
                  <a:pt x="4336871" y="711987"/>
                  <a:pt x="4343284" y="668849"/>
                  <a:pt x="4316551" y="651027"/>
                </a:cubicBezTo>
                <a:cubicBezTo>
                  <a:pt x="4251058" y="607365"/>
                  <a:pt x="4246729" y="734681"/>
                  <a:pt x="4245431" y="742467"/>
                </a:cubicBezTo>
                <a:cubicBezTo>
                  <a:pt x="4258978" y="759400"/>
                  <a:pt x="4274578" y="774878"/>
                  <a:pt x="4286071" y="793267"/>
                </a:cubicBezTo>
                <a:cubicBezTo>
                  <a:pt x="4315496" y="840347"/>
                  <a:pt x="4279323" y="942106"/>
                  <a:pt x="4275911" y="965987"/>
                </a:cubicBezTo>
                <a:cubicBezTo>
                  <a:pt x="4279298" y="982920"/>
                  <a:pt x="4276919" y="1002143"/>
                  <a:pt x="4286071" y="1016787"/>
                </a:cubicBezTo>
                <a:cubicBezTo>
                  <a:pt x="4295046" y="1031146"/>
                  <a:pt x="4324611" y="1030464"/>
                  <a:pt x="4326711" y="1047267"/>
                </a:cubicBezTo>
                <a:cubicBezTo>
                  <a:pt x="4329160" y="1066862"/>
                  <a:pt x="4304506" y="1080137"/>
                  <a:pt x="4296231" y="1098067"/>
                </a:cubicBezTo>
                <a:cubicBezTo>
                  <a:pt x="4221403" y="1260193"/>
                  <a:pt x="4306172" y="1111979"/>
                  <a:pt x="4235271" y="1230147"/>
                </a:cubicBezTo>
                <a:cubicBezTo>
                  <a:pt x="4355240" y="1302128"/>
                  <a:pt x="4233428" y="1210083"/>
                  <a:pt x="4174311" y="1311427"/>
                </a:cubicBezTo>
                <a:cubicBezTo>
                  <a:pt x="4160553" y="1335012"/>
                  <a:pt x="4201404" y="1358840"/>
                  <a:pt x="4214951" y="1382547"/>
                </a:cubicBezTo>
                <a:cubicBezTo>
                  <a:pt x="4201404" y="1399480"/>
                  <a:pt x="4159804" y="1417228"/>
                  <a:pt x="4174311" y="1433347"/>
                </a:cubicBezTo>
                <a:cubicBezTo>
                  <a:pt x="4265895" y="1535107"/>
                  <a:pt x="4378406" y="1436137"/>
                  <a:pt x="4245431" y="1524787"/>
                </a:cubicBezTo>
                <a:cubicBezTo>
                  <a:pt x="4356333" y="1611044"/>
                  <a:pt x="4373999" y="1585299"/>
                  <a:pt x="4265751" y="1616227"/>
                </a:cubicBezTo>
                <a:cubicBezTo>
                  <a:pt x="4258978" y="1633160"/>
                  <a:pt x="4243417" y="1648901"/>
                  <a:pt x="4245431" y="1667027"/>
                </a:cubicBezTo>
                <a:cubicBezTo>
                  <a:pt x="4247301" y="1683857"/>
                  <a:pt x="4277317" y="1690792"/>
                  <a:pt x="4275911" y="1707667"/>
                </a:cubicBezTo>
                <a:cubicBezTo>
                  <a:pt x="4273395" y="1737854"/>
                  <a:pt x="4235271" y="1788947"/>
                  <a:pt x="4235271" y="1788947"/>
                </a:cubicBezTo>
                <a:cubicBezTo>
                  <a:pt x="4265751" y="1792334"/>
                  <a:pt x="4297400" y="1790088"/>
                  <a:pt x="4326711" y="1799107"/>
                </a:cubicBezTo>
                <a:cubicBezTo>
                  <a:pt x="4334804" y="1801597"/>
                  <a:pt x="4341307" y="1807084"/>
                  <a:pt x="4347615" y="1813015"/>
                </a:cubicBezTo>
                <a:lnTo>
                  <a:pt x="4356797" y="1820725"/>
                </a:lnTo>
                <a:lnTo>
                  <a:pt x="0" y="182072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 dirty="0"/>
          </a:p>
        </p:txBody>
      </p:sp>
      <p:sp>
        <p:nvSpPr>
          <p:cNvPr id="29" name="Arrow: Right 28">
            <a:extLst>
              <a:ext uri="{FF2B5EF4-FFF2-40B4-BE49-F238E27FC236}">
                <a16:creationId xmlns:a16="http://schemas.microsoft.com/office/drawing/2014/main" id="{67C35029-C100-169E-6490-47916B392677}"/>
              </a:ext>
            </a:extLst>
          </p:cNvPr>
          <p:cNvSpPr/>
          <p:nvPr/>
        </p:nvSpPr>
        <p:spPr>
          <a:xfrm rot="20127185">
            <a:off x="5504682" y="2766675"/>
            <a:ext cx="2823007" cy="558800"/>
          </a:xfrm>
          <a:prstGeom prst="rightArrow">
            <a:avLst/>
          </a:prstGeom>
          <a:solidFill>
            <a:schemeClr val="bg1"/>
          </a:solidFill>
          <a:ln w="12700" cap="flat" cmpd="sng" algn="ctr">
            <a:solidFill>
              <a:srgbClr val="00FF00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0" name="Arrow: Right 29">
            <a:extLst>
              <a:ext uri="{FF2B5EF4-FFF2-40B4-BE49-F238E27FC236}">
                <a16:creationId xmlns:a16="http://schemas.microsoft.com/office/drawing/2014/main" id="{3662947A-C6E5-22CC-4F96-DFA528EB4F0A}"/>
              </a:ext>
            </a:extLst>
          </p:cNvPr>
          <p:cNvSpPr/>
          <p:nvPr/>
        </p:nvSpPr>
        <p:spPr>
          <a:xfrm rot="1175429">
            <a:off x="5406125" y="4990802"/>
            <a:ext cx="2208102" cy="558800"/>
          </a:xfrm>
          <a:prstGeom prst="rightArrow">
            <a:avLst/>
          </a:prstGeom>
          <a:solidFill>
            <a:schemeClr val="bg1"/>
          </a:solidFill>
          <a:ln w="12700" cap="flat" cmpd="sng" algn="ctr">
            <a:solidFill>
              <a:srgbClr val="00FF00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E8DE9E-993E-288C-E053-3F3783FCBF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5011" y="2323592"/>
            <a:ext cx="6397752" cy="3941064"/>
          </a:xfrm>
        </p:spPr>
        <p:txBody>
          <a:bodyPr>
            <a:normAutofit fontScale="92500"/>
          </a:bodyPr>
          <a:lstStyle/>
          <a:p>
            <a:r>
              <a:rPr lang="en-IN" dirty="0">
                <a:latin typeface="+mj-lt"/>
              </a:rPr>
              <a:t>In Index.html start typing the basic code</a:t>
            </a:r>
          </a:p>
          <a:p>
            <a:pPr lvl="1"/>
            <a:r>
              <a:rPr lang="en-IN" dirty="0">
                <a:latin typeface="+mj-lt"/>
              </a:rPr>
              <a:t> &lt;!DOCTYPE html&gt;</a:t>
            </a:r>
          </a:p>
          <a:p>
            <a:r>
              <a:rPr lang="en-IN" dirty="0">
                <a:latin typeface="+mj-lt"/>
              </a:rPr>
              <a:t>Once press enter after the first line, a new line appears in italic mode , </a:t>
            </a:r>
            <a:r>
              <a:rPr lang="en-IN" dirty="0">
                <a:highlight>
                  <a:srgbClr val="00FF00"/>
                </a:highlight>
                <a:latin typeface="+mj-lt"/>
              </a:rPr>
              <a:t>which is called Ghost Suggestions</a:t>
            </a:r>
          </a:p>
          <a:p>
            <a:r>
              <a:rPr lang="en-IN" dirty="0">
                <a:latin typeface="+mj-lt"/>
              </a:rPr>
              <a:t>Ghost suggestions are nothing but inline Suggestions</a:t>
            </a:r>
          </a:p>
          <a:p>
            <a:r>
              <a:rPr lang="en-IN" dirty="0">
                <a:latin typeface="+mj-lt"/>
              </a:rPr>
              <a:t>Once you accept the current suggestions, further suggestions appear </a:t>
            </a:r>
            <a:r>
              <a:rPr lang="en-IN" dirty="0">
                <a:highlight>
                  <a:srgbClr val="00FF00"/>
                </a:highlight>
                <a:latin typeface="+mj-lt"/>
              </a:rPr>
              <a:t>which are called FIM viz., Fill-in-middle</a:t>
            </a:r>
          </a:p>
          <a:p>
            <a:r>
              <a:rPr lang="en-IN" dirty="0">
                <a:latin typeface="+mj-lt"/>
              </a:rPr>
              <a:t>FIM is the LLM behaviour, which takes the context from the cursor position and fills the code automatically based on its training</a:t>
            </a:r>
          </a:p>
          <a:p>
            <a:endParaRPr lang="en-IN" dirty="0">
              <a:latin typeface="+mj-lt"/>
            </a:endParaRP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FB536982-B4C2-6F81-185D-75210DC2C630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21145" b="-1"/>
          <a:stretch>
            <a:fillRect/>
          </a:stretch>
        </p:blipFill>
        <p:spPr>
          <a:xfrm>
            <a:off x="6392600" y="2777202"/>
            <a:ext cx="5799400" cy="4573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38982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BC37F20-9003-7207-7507-5D1E233BF1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8F8F6FB7-E7FA-39ED-5C8C-EE7CEA8CD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D3CDFF5-B52A-FEF1-B561-FFA68B1AB5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914400"/>
            <a:ext cx="6239599" cy="1307590"/>
          </a:xfrm>
        </p:spPr>
        <p:txBody>
          <a:bodyPr>
            <a:normAutofit fontScale="90000"/>
          </a:bodyPr>
          <a:lstStyle/>
          <a:p>
            <a:r>
              <a:rPr lang="en-IN" dirty="0"/>
              <a:t>suggestions with comments</a:t>
            </a:r>
            <a:endParaRPr lang="en-IN" dirty="0">
              <a:latin typeface="Milker" pitchFamily="50" charset="0"/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CFBE657-3639-6E5D-6689-81F2BB4483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4672" y="722376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347FA0BF-9752-EF17-C92F-EBAB076FAC5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8451" r="41229"/>
          <a:stretch>
            <a:fillRect/>
          </a:stretch>
        </p:blipFill>
        <p:spPr>
          <a:xfrm>
            <a:off x="7583424" y="0"/>
            <a:ext cx="4608576" cy="6857990"/>
          </a:xfrm>
          <a:prstGeom prst="rect">
            <a:avLst/>
          </a:prstGeom>
        </p:spPr>
      </p:pic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191632A8-306F-B372-EA31-95AF1F5F17FF}"/>
              </a:ext>
            </a:extLst>
          </p:cNvPr>
          <p:cNvSpPr/>
          <p:nvPr/>
        </p:nvSpPr>
        <p:spPr>
          <a:xfrm>
            <a:off x="5841822" y="2413000"/>
            <a:ext cx="458992" cy="1735667"/>
          </a:xfrm>
          <a:custGeom>
            <a:avLst/>
            <a:gdLst>
              <a:gd name="csX0" fmla="*/ 279578 w 458992"/>
              <a:gd name="csY0" fmla="*/ 0 h 1735667"/>
              <a:gd name="csX1" fmla="*/ 127178 w 458992"/>
              <a:gd name="csY1" fmla="*/ 220133 h 1735667"/>
              <a:gd name="csX2" fmla="*/ 296511 w 458992"/>
              <a:gd name="csY2" fmla="*/ 516467 h 1735667"/>
              <a:gd name="csX3" fmla="*/ 296511 w 458992"/>
              <a:gd name="csY3" fmla="*/ 584200 h 1735667"/>
              <a:gd name="csX4" fmla="*/ 254178 w 458992"/>
              <a:gd name="csY4" fmla="*/ 668867 h 1735667"/>
              <a:gd name="csX5" fmla="*/ 228778 w 458992"/>
              <a:gd name="csY5" fmla="*/ 770467 h 1735667"/>
              <a:gd name="csX6" fmla="*/ 262645 w 458992"/>
              <a:gd name="csY6" fmla="*/ 948267 h 1735667"/>
              <a:gd name="csX7" fmla="*/ 457378 w 458992"/>
              <a:gd name="csY7" fmla="*/ 1126067 h 1735667"/>
              <a:gd name="csX8" fmla="*/ 347311 w 458992"/>
              <a:gd name="csY8" fmla="*/ 1193800 h 1735667"/>
              <a:gd name="csX9" fmla="*/ 203378 w 458992"/>
              <a:gd name="csY9" fmla="*/ 1337733 h 1735667"/>
              <a:gd name="csX10" fmla="*/ 84845 w 458992"/>
              <a:gd name="csY10" fmla="*/ 1397000 h 1735667"/>
              <a:gd name="csX11" fmla="*/ 76378 w 458992"/>
              <a:gd name="csY11" fmla="*/ 1473200 h 1735667"/>
              <a:gd name="csX12" fmla="*/ 178 w 458992"/>
              <a:gd name="csY12" fmla="*/ 1625600 h 1735667"/>
              <a:gd name="csX13" fmla="*/ 59445 w 458992"/>
              <a:gd name="csY13" fmla="*/ 1735667 h 173566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</a:cxnLst>
            <a:rect l="l" t="t" r="r" b="b"/>
            <a:pathLst>
              <a:path w="458992" h="1735667">
                <a:moveTo>
                  <a:pt x="279578" y="0"/>
                </a:moveTo>
                <a:cubicBezTo>
                  <a:pt x="201967" y="67027"/>
                  <a:pt x="124356" y="134055"/>
                  <a:pt x="127178" y="220133"/>
                </a:cubicBezTo>
                <a:cubicBezTo>
                  <a:pt x="130000" y="306211"/>
                  <a:pt x="268289" y="455789"/>
                  <a:pt x="296511" y="516467"/>
                </a:cubicBezTo>
                <a:cubicBezTo>
                  <a:pt x="324733" y="577145"/>
                  <a:pt x="303566" y="558800"/>
                  <a:pt x="296511" y="584200"/>
                </a:cubicBezTo>
                <a:cubicBezTo>
                  <a:pt x="289456" y="609600"/>
                  <a:pt x="265467" y="637823"/>
                  <a:pt x="254178" y="668867"/>
                </a:cubicBezTo>
                <a:cubicBezTo>
                  <a:pt x="242889" y="699911"/>
                  <a:pt x="227367" y="723900"/>
                  <a:pt x="228778" y="770467"/>
                </a:cubicBezTo>
                <a:cubicBezTo>
                  <a:pt x="230189" y="817034"/>
                  <a:pt x="224545" y="889000"/>
                  <a:pt x="262645" y="948267"/>
                </a:cubicBezTo>
                <a:cubicBezTo>
                  <a:pt x="300745" y="1007534"/>
                  <a:pt x="443267" y="1085145"/>
                  <a:pt x="457378" y="1126067"/>
                </a:cubicBezTo>
                <a:cubicBezTo>
                  <a:pt x="471489" y="1166989"/>
                  <a:pt x="389644" y="1158522"/>
                  <a:pt x="347311" y="1193800"/>
                </a:cubicBezTo>
                <a:cubicBezTo>
                  <a:pt x="304978" y="1229078"/>
                  <a:pt x="247122" y="1303866"/>
                  <a:pt x="203378" y="1337733"/>
                </a:cubicBezTo>
                <a:cubicBezTo>
                  <a:pt x="159634" y="1371600"/>
                  <a:pt x="106012" y="1374422"/>
                  <a:pt x="84845" y="1397000"/>
                </a:cubicBezTo>
                <a:cubicBezTo>
                  <a:pt x="63678" y="1419578"/>
                  <a:pt x="90489" y="1435100"/>
                  <a:pt x="76378" y="1473200"/>
                </a:cubicBezTo>
                <a:cubicBezTo>
                  <a:pt x="62267" y="1511300"/>
                  <a:pt x="3000" y="1581856"/>
                  <a:pt x="178" y="1625600"/>
                </a:cubicBezTo>
                <a:cubicBezTo>
                  <a:pt x="-2644" y="1669344"/>
                  <a:pt x="28400" y="1702505"/>
                  <a:pt x="59445" y="1735667"/>
                </a:cubicBezTo>
              </a:path>
            </a:pathLst>
          </a:custGeom>
          <a:noFill/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AC3613-FBB3-F8A6-4F42-D603C42AC8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5011" y="2323592"/>
            <a:ext cx="6397752" cy="3941064"/>
          </a:xfrm>
        </p:spPr>
        <p:txBody>
          <a:bodyPr>
            <a:normAutofit/>
          </a:bodyPr>
          <a:lstStyle/>
          <a:p>
            <a:r>
              <a:rPr lang="en-IN" dirty="0">
                <a:latin typeface="+mj-lt"/>
              </a:rPr>
              <a:t>But in the previous slide what ever we were building without context</a:t>
            </a:r>
          </a:p>
          <a:p>
            <a:r>
              <a:rPr lang="en-IN" dirty="0">
                <a:latin typeface="+mj-lt"/>
              </a:rPr>
              <a:t>To understand how to start with a context lets begin with a JavaScript file</a:t>
            </a:r>
            <a:endParaRPr lang="en-IN" dirty="0">
              <a:highlight>
                <a:srgbClr val="00FF00"/>
              </a:highlight>
              <a:latin typeface="+mj-lt"/>
            </a:endParaRPr>
          </a:p>
          <a:p>
            <a:r>
              <a:rPr lang="en-IN" dirty="0">
                <a:latin typeface="+mj-lt"/>
              </a:rPr>
              <a:t>Type  </a:t>
            </a:r>
            <a:r>
              <a:rPr lang="en-IN" b="0" dirty="0" err="1">
                <a:solidFill>
                  <a:srgbClr val="9CDCFE"/>
                </a:solidFill>
                <a:effectLst/>
                <a:highlight>
                  <a:srgbClr val="000000"/>
                </a:highlight>
                <a:latin typeface="Consolas" panose="020B0609020204030204" pitchFamily="49" charset="0"/>
              </a:rPr>
              <a:t>windows</a:t>
            </a:r>
            <a:r>
              <a:rPr lang="en-IN" b="0" dirty="0" err="1">
                <a:solidFill>
                  <a:srgbClr val="CCCCCC"/>
                </a:solidFill>
                <a:effectLst/>
                <a:highlight>
                  <a:srgbClr val="000000"/>
                </a:highlight>
                <a:latin typeface="Consolas" panose="020B0609020204030204" pitchFamily="49" charset="0"/>
              </a:rPr>
              <a:t>.</a:t>
            </a:r>
            <a:r>
              <a:rPr lang="en-IN" b="0" dirty="0" err="1">
                <a:solidFill>
                  <a:srgbClr val="DCDCAA"/>
                </a:solidFill>
                <a:effectLst/>
                <a:highlight>
                  <a:srgbClr val="000000"/>
                </a:highlight>
                <a:latin typeface="Consolas" panose="020B0609020204030204" pitchFamily="49" charset="0"/>
              </a:rPr>
              <a:t>online</a:t>
            </a:r>
            <a:r>
              <a:rPr lang="en-IN" b="0" dirty="0">
                <a:solidFill>
                  <a:srgbClr val="CCCCCC"/>
                </a:solidFill>
                <a:effectLst/>
                <a:highlight>
                  <a:srgbClr val="000000"/>
                </a:highlight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D4D4D4"/>
                </a:solidFill>
                <a:effectLst/>
                <a:highlight>
                  <a:srgbClr val="000000"/>
                </a:highlight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CCCCCC"/>
                </a:solidFill>
                <a:effectLst/>
                <a:highlight>
                  <a:srgbClr val="000000"/>
                </a:highlight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569CD6"/>
                </a:solidFill>
                <a:effectLst/>
                <a:highlight>
                  <a:srgbClr val="000000"/>
                </a:highlight>
                <a:latin typeface="Consolas" panose="020B0609020204030204" pitchFamily="49" charset="0"/>
              </a:rPr>
              <a:t>function</a:t>
            </a:r>
            <a:r>
              <a:rPr lang="en-IN" b="0" dirty="0">
                <a:solidFill>
                  <a:srgbClr val="CCCCCC"/>
                </a:solidFill>
                <a:effectLst/>
                <a:highlight>
                  <a:srgbClr val="000000"/>
                </a:highlight>
                <a:latin typeface="Consolas" panose="020B0609020204030204" pitchFamily="49" charset="0"/>
              </a:rPr>
              <a:t>() {}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IN" dirty="0">
                <a:latin typeface="+mj-lt"/>
              </a:rPr>
              <a:t>And then add a comment as a context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6A9955"/>
                </a:solidFill>
                <a:effectLst/>
                <a:highlight>
                  <a:srgbClr val="000000"/>
                </a:highlight>
                <a:latin typeface="Consolas" panose="020B0609020204030204" pitchFamily="49" charset="0"/>
              </a:rPr>
              <a:t>// query for all html label tags</a:t>
            </a:r>
            <a:endParaRPr lang="en-US" dirty="0">
              <a:solidFill>
                <a:srgbClr val="CCCCCC"/>
              </a:solidFill>
              <a:highlight>
                <a:srgbClr val="000000"/>
              </a:highlight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US" dirty="0">
                <a:latin typeface="+mj-lt"/>
              </a:rPr>
              <a:t>Then copilot will fill the rest of code as inline suggestion</a:t>
            </a:r>
          </a:p>
          <a:p>
            <a:pPr marL="0" indent="0">
              <a:lnSpc>
                <a:spcPts val="1425"/>
              </a:lnSpc>
              <a:buNone/>
            </a:pPr>
            <a:r>
              <a:rPr lang="en-US" dirty="0">
                <a:latin typeface="+mj-lt"/>
              </a:rPr>
              <a:t>    with FIM</a:t>
            </a:r>
            <a:endParaRPr lang="en-IN" dirty="0">
              <a:latin typeface="+mj-lt"/>
            </a:endParaRPr>
          </a:p>
          <a:p>
            <a:endParaRPr lang="en-IN" dirty="0">
              <a:latin typeface="+mj-lt"/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A67821AC-5809-61A3-C31D-C67380D4AA40}"/>
              </a:ext>
            </a:extLst>
          </p:cNvPr>
          <p:cNvSpPr/>
          <p:nvPr/>
        </p:nvSpPr>
        <p:spPr>
          <a:xfrm>
            <a:off x="5384800" y="2915920"/>
            <a:ext cx="561218" cy="1198880"/>
          </a:xfrm>
          <a:custGeom>
            <a:avLst/>
            <a:gdLst>
              <a:gd name="csX0" fmla="*/ 0 w 561218"/>
              <a:gd name="csY0" fmla="*/ 0 h 1198880"/>
              <a:gd name="csX1" fmla="*/ 0 w 561218"/>
              <a:gd name="csY1" fmla="*/ 0 h 1198880"/>
              <a:gd name="csX2" fmla="*/ 193040 w 561218"/>
              <a:gd name="csY2" fmla="*/ 132080 h 1198880"/>
              <a:gd name="csX3" fmla="*/ 457200 w 561218"/>
              <a:gd name="csY3" fmla="*/ 589280 h 1198880"/>
              <a:gd name="csX4" fmla="*/ 558800 w 561218"/>
              <a:gd name="csY4" fmla="*/ 487680 h 1198880"/>
              <a:gd name="csX5" fmla="*/ 548640 w 561218"/>
              <a:gd name="csY5" fmla="*/ 518160 h 1198880"/>
              <a:gd name="csX6" fmla="*/ 508000 w 561218"/>
              <a:gd name="csY6" fmla="*/ 711200 h 1198880"/>
              <a:gd name="csX7" fmla="*/ 457200 w 561218"/>
              <a:gd name="csY7" fmla="*/ 721360 h 1198880"/>
              <a:gd name="csX8" fmla="*/ 477520 w 561218"/>
              <a:gd name="csY8" fmla="*/ 609600 h 1198880"/>
              <a:gd name="csX9" fmla="*/ 375920 w 561218"/>
              <a:gd name="csY9" fmla="*/ 701040 h 1198880"/>
              <a:gd name="csX10" fmla="*/ 203200 w 561218"/>
              <a:gd name="csY10" fmla="*/ 843280 h 1198880"/>
              <a:gd name="csX11" fmla="*/ 213360 w 561218"/>
              <a:gd name="csY11" fmla="*/ 894080 h 1198880"/>
              <a:gd name="csX12" fmla="*/ 243840 w 561218"/>
              <a:gd name="csY12" fmla="*/ 914400 h 1198880"/>
              <a:gd name="csX13" fmla="*/ 284480 w 561218"/>
              <a:gd name="csY13" fmla="*/ 975360 h 1198880"/>
              <a:gd name="csX14" fmla="*/ 304800 w 561218"/>
              <a:gd name="csY14" fmla="*/ 1046480 h 1198880"/>
              <a:gd name="csX15" fmla="*/ 264160 w 561218"/>
              <a:gd name="csY15" fmla="*/ 1158240 h 1198880"/>
              <a:gd name="csX16" fmla="*/ 264160 w 561218"/>
              <a:gd name="csY16" fmla="*/ 1198880 h 119888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561218" h="1198880">
                <a:moveTo>
                  <a:pt x="0" y="0"/>
                </a:moveTo>
                <a:lnTo>
                  <a:pt x="0" y="0"/>
                </a:lnTo>
                <a:cubicBezTo>
                  <a:pt x="64347" y="44027"/>
                  <a:pt x="140530" y="74447"/>
                  <a:pt x="193040" y="132080"/>
                </a:cubicBezTo>
                <a:cubicBezTo>
                  <a:pt x="401257" y="360611"/>
                  <a:pt x="392384" y="378627"/>
                  <a:pt x="457200" y="589280"/>
                </a:cubicBezTo>
                <a:cubicBezTo>
                  <a:pt x="491067" y="555413"/>
                  <a:pt x="520994" y="517085"/>
                  <a:pt x="558800" y="487680"/>
                </a:cubicBezTo>
                <a:cubicBezTo>
                  <a:pt x="567254" y="481105"/>
                  <a:pt x="551013" y="507717"/>
                  <a:pt x="548640" y="518160"/>
                </a:cubicBezTo>
                <a:cubicBezTo>
                  <a:pt x="534067" y="582282"/>
                  <a:pt x="534984" y="651235"/>
                  <a:pt x="508000" y="711200"/>
                </a:cubicBezTo>
                <a:cubicBezTo>
                  <a:pt x="500914" y="726948"/>
                  <a:pt x="474133" y="717973"/>
                  <a:pt x="457200" y="721360"/>
                </a:cubicBezTo>
                <a:cubicBezTo>
                  <a:pt x="463973" y="684107"/>
                  <a:pt x="514254" y="618783"/>
                  <a:pt x="477520" y="609600"/>
                </a:cubicBezTo>
                <a:cubicBezTo>
                  <a:pt x="433317" y="598549"/>
                  <a:pt x="410604" y="671494"/>
                  <a:pt x="375920" y="701040"/>
                </a:cubicBezTo>
                <a:cubicBezTo>
                  <a:pt x="319144" y="749405"/>
                  <a:pt x="203200" y="843280"/>
                  <a:pt x="203200" y="843280"/>
                </a:cubicBezTo>
                <a:cubicBezTo>
                  <a:pt x="206587" y="860213"/>
                  <a:pt x="204792" y="879087"/>
                  <a:pt x="213360" y="894080"/>
                </a:cubicBezTo>
                <a:cubicBezTo>
                  <a:pt x="219418" y="904682"/>
                  <a:pt x="235799" y="905210"/>
                  <a:pt x="243840" y="914400"/>
                </a:cubicBezTo>
                <a:cubicBezTo>
                  <a:pt x="259922" y="932779"/>
                  <a:pt x="270933" y="955040"/>
                  <a:pt x="284480" y="975360"/>
                </a:cubicBezTo>
                <a:cubicBezTo>
                  <a:pt x="291253" y="999067"/>
                  <a:pt x="304800" y="1021825"/>
                  <a:pt x="304800" y="1046480"/>
                </a:cubicBezTo>
                <a:cubicBezTo>
                  <a:pt x="304800" y="1136295"/>
                  <a:pt x="280468" y="1093009"/>
                  <a:pt x="264160" y="1158240"/>
                </a:cubicBezTo>
                <a:cubicBezTo>
                  <a:pt x="260874" y="1171382"/>
                  <a:pt x="264160" y="1185333"/>
                  <a:pt x="264160" y="1198880"/>
                </a:cubicBezTo>
              </a:path>
            </a:pathLst>
          </a:custGeom>
          <a:noFill/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881E6992-8233-438C-689E-85731E4E0DA1}"/>
              </a:ext>
            </a:extLst>
          </p:cNvPr>
          <p:cNvSpPr/>
          <p:nvPr/>
        </p:nvSpPr>
        <p:spPr>
          <a:xfrm>
            <a:off x="10237893" y="2468100"/>
            <a:ext cx="24395" cy="4601"/>
          </a:xfrm>
          <a:custGeom>
            <a:avLst/>
            <a:gdLst>
              <a:gd name="csX0" fmla="*/ 1841 w 24395"/>
              <a:gd name="csY0" fmla="*/ 278 h 4601"/>
              <a:gd name="csX1" fmla="*/ 16169 w 24395"/>
              <a:gd name="csY1" fmla="*/ 2955 h 4601"/>
              <a:gd name="csX2" fmla="*/ 24395 w 24395"/>
              <a:gd name="csY2" fmla="*/ 4601 h 4601"/>
              <a:gd name="csX3" fmla="*/ 3388 w 24395"/>
              <a:gd name="csY3" fmla="*/ 780 h 4601"/>
              <a:gd name="csX4" fmla="*/ 1841 w 24395"/>
              <a:gd name="csY4" fmla="*/ 278 h 460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24395" h="4601">
                <a:moveTo>
                  <a:pt x="1841" y="278"/>
                </a:moveTo>
                <a:cubicBezTo>
                  <a:pt x="4502" y="736"/>
                  <a:pt x="9810" y="1724"/>
                  <a:pt x="16169" y="2955"/>
                </a:cubicBezTo>
                <a:lnTo>
                  <a:pt x="24395" y="4601"/>
                </a:lnTo>
                <a:lnTo>
                  <a:pt x="3388" y="780"/>
                </a:lnTo>
                <a:cubicBezTo>
                  <a:pt x="-836" y="-110"/>
                  <a:pt x="-821" y="-181"/>
                  <a:pt x="1841" y="278"/>
                </a:cubicBezTo>
                <a:close/>
              </a:path>
            </a:pathLst>
          </a:cu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15C429E7-EC2A-B066-E426-967579FEAFF6}"/>
              </a:ext>
            </a:extLst>
          </p:cNvPr>
          <p:cNvSpPr/>
          <p:nvPr/>
        </p:nvSpPr>
        <p:spPr>
          <a:xfrm rot="938653">
            <a:off x="6992483" y="2822504"/>
            <a:ext cx="5170732" cy="1471620"/>
          </a:xfrm>
          <a:custGeom>
            <a:avLst/>
            <a:gdLst>
              <a:gd name="csX0" fmla="*/ 0 w 4545618"/>
              <a:gd name="csY0" fmla="*/ 0 h 1293709"/>
              <a:gd name="csX1" fmla="*/ 4443441 w 4545618"/>
              <a:gd name="csY1" fmla="*/ 0 h 1293709"/>
              <a:gd name="csX2" fmla="*/ 4448866 w 4545618"/>
              <a:gd name="csY2" fmla="*/ 15657 h 1293709"/>
              <a:gd name="csX3" fmla="*/ 4450080 w 4545618"/>
              <a:gd name="csY3" fmla="*/ 40640 h 1293709"/>
              <a:gd name="csX4" fmla="*/ 4368800 w 4545618"/>
              <a:gd name="csY4" fmla="*/ 152400 h 1293709"/>
              <a:gd name="csX5" fmla="*/ 4318000 w 4545618"/>
              <a:gd name="csY5" fmla="*/ 294640 h 1293709"/>
              <a:gd name="csX6" fmla="*/ 4226560 w 4545618"/>
              <a:gd name="csY6" fmla="*/ 335280 h 1293709"/>
              <a:gd name="csX7" fmla="*/ 4287520 w 4545618"/>
              <a:gd name="csY7" fmla="*/ 528320 h 1293709"/>
              <a:gd name="csX8" fmla="*/ 4358640 w 4545618"/>
              <a:gd name="csY8" fmla="*/ 548640 h 1293709"/>
              <a:gd name="csX9" fmla="*/ 4378960 w 4545618"/>
              <a:gd name="csY9" fmla="*/ 579120 h 1293709"/>
              <a:gd name="csX10" fmla="*/ 4419600 w 4545618"/>
              <a:gd name="csY10" fmla="*/ 609600 h 1293709"/>
              <a:gd name="csX11" fmla="*/ 4389120 w 4545618"/>
              <a:gd name="csY11" fmla="*/ 650240 h 1293709"/>
              <a:gd name="csX12" fmla="*/ 4429760 w 4545618"/>
              <a:gd name="csY12" fmla="*/ 802640 h 1293709"/>
              <a:gd name="csX13" fmla="*/ 4378960 w 4545618"/>
              <a:gd name="csY13" fmla="*/ 843280 h 1293709"/>
              <a:gd name="csX14" fmla="*/ 4399280 w 4545618"/>
              <a:gd name="csY14" fmla="*/ 985520 h 1293709"/>
              <a:gd name="csX15" fmla="*/ 4450080 w 4545618"/>
              <a:gd name="csY15" fmla="*/ 1066800 h 1293709"/>
              <a:gd name="csX16" fmla="*/ 4450080 w 4545618"/>
              <a:gd name="csY16" fmla="*/ 1198880 h 1293709"/>
              <a:gd name="csX17" fmla="*/ 4525054 w 4545618"/>
              <a:gd name="csY17" fmla="*/ 1275058 h 1293709"/>
              <a:gd name="csX18" fmla="*/ 4545618 w 4545618"/>
              <a:gd name="csY18" fmla="*/ 1293709 h 1293709"/>
              <a:gd name="csX19" fmla="*/ 55081 w 4545618"/>
              <a:gd name="csY19" fmla="*/ 1293709 h 1293709"/>
              <a:gd name="csX20" fmla="*/ 55402 w 4545618"/>
              <a:gd name="csY20" fmla="*/ 1292392 h 1293709"/>
              <a:gd name="csX21" fmla="*/ 60960 w 4545618"/>
              <a:gd name="csY21" fmla="*/ 1270000 h 1293709"/>
              <a:gd name="csX22" fmla="*/ 91440 w 4545618"/>
              <a:gd name="csY22" fmla="*/ 1188720 h 1293709"/>
              <a:gd name="csX23" fmla="*/ 111760 w 4545618"/>
              <a:gd name="csY23" fmla="*/ 1107440 h 1293709"/>
              <a:gd name="csX24" fmla="*/ 60960 w 4545618"/>
              <a:gd name="csY24" fmla="*/ 1046480 h 1293709"/>
              <a:gd name="csX25" fmla="*/ 40640 w 4545618"/>
              <a:gd name="csY25" fmla="*/ 985520 h 1293709"/>
              <a:gd name="csX26" fmla="*/ 121920 w 4545618"/>
              <a:gd name="csY26" fmla="*/ 944880 h 1293709"/>
              <a:gd name="csX27" fmla="*/ 111760 w 4545618"/>
              <a:gd name="csY27" fmla="*/ 914400 h 1293709"/>
              <a:gd name="csX28" fmla="*/ 132080 w 4545618"/>
              <a:gd name="csY28" fmla="*/ 873760 h 1293709"/>
              <a:gd name="csX29" fmla="*/ 91440 w 4545618"/>
              <a:gd name="csY29" fmla="*/ 701040 h 1293709"/>
              <a:gd name="csX30" fmla="*/ 71120 w 4545618"/>
              <a:gd name="csY30" fmla="*/ 670560 h 1293709"/>
              <a:gd name="csX31" fmla="*/ 60960 w 4545618"/>
              <a:gd name="csY31" fmla="*/ 589280 h 1293709"/>
              <a:gd name="csX32" fmla="*/ 81280 w 4545618"/>
              <a:gd name="csY32" fmla="*/ 447040 h 1293709"/>
              <a:gd name="csX33" fmla="*/ 40640 w 4545618"/>
              <a:gd name="csY33" fmla="*/ 294640 h 1293709"/>
              <a:gd name="csX34" fmla="*/ 60960 w 4545618"/>
              <a:gd name="csY34" fmla="*/ 264160 h 1293709"/>
              <a:gd name="csX35" fmla="*/ 40640 w 4545618"/>
              <a:gd name="csY35" fmla="*/ 50800 h 1293709"/>
              <a:gd name="csX36" fmla="*/ 11096 w 4545618"/>
              <a:gd name="csY36" fmla="*/ 31427 h 1293709"/>
              <a:gd name="csX37" fmla="*/ 5976 w 4545618"/>
              <a:gd name="csY37" fmla="*/ 28263 h 1293709"/>
              <a:gd name="csX38" fmla="*/ 7674 w 4545618"/>
              <a:gd name="csY38" fmla="*/ 29238 h 1293709"/>
              <a:gd name="csX39" fmla="*/ 0 w 4545618"/>
              <a:gd name="csY39" fmla="*/ 0 h 129370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</a:cxnLst>
            <a:rect l="l" t="t" r="r" b="b"/>
            <a:pathLst>
              <a:path w="4545618" h="1293709">
                <a:moveTo>
                  <a:pt x="0" y="0"/>
                </a:moveTo>
                <a:lnTo>
                  <a:pt x="4443441" y="0"/>
                </a:lnTo>
                <a:lnTo>
                  <a:pt x="4448866" y="15657"/>
                </a:lnTo>
                <a:cubicBezTo>
                  <a:pt x="4451848" y="24263"/>
                  <a:pt x="4453541" y="32730"/>
                  <a:pt x="4450080" y="40640"/>
                </a:cubicBezTo>
                <a:cubicBezTo>
                  <a:pt x="4431617" y="82842"/>
                  <a:pt x="4368800" y="152400"/>
                  <a:pt x="4368800" y="152400"/>
                </a:cubicBezTo>
                <a:cubicBezTo>
                  <a:pt x="4360852" y="200089"/>
                  <a:pt x="4357278" y="258383"/>
                  <a:pt x="4318000" y="294640"/>
                </a:cubicBezTo>
                <a:cubicBezTo>
                  <a:pt x="4293491" y="317264"/>
                  <a:pt x="4257040" y="321733"/>
                  <a:pt x="4226560" y="335280"/>
                </a:cubicBezTo>
                <a:cubicBezTo>
                  <a:pt x="4233798" y="407662"/>
                  <a:pt x="4226738" y="472604"/>
                  <a:pt x="4287520" y="528320"/>
                </a:cubicBezTo>
                <a:cubicBezTo>
                  <a:pt x="4305695" y="544980"/>
                  <a:pt x="4334933" y="541867"/>
                  <a:pt x="4358640" y="548640"/>
                </a:cubicBezTo>
                <a:cubicBezTo>
                  <a:pt x="4365413" y="558800"/>
                  <a:pt x="4370326" y="570486"/>
                  <a:pt x="4378960" y="579120"/>
                </a:cubicBezTo>
                <a:cubicBezTo>
                  <a:pt x="4390934" y="591094"/>
                  <a:pt x="4417205" y="592837"/>
                  <a:pt x="4419600" y="609600"/>
                </a:cubicBezTo>
                <a:cubicBezTo>
                  <a:pt x="4421995" y="626363"/>
                  <a:pt x="4399280" y="636693"/>
                  <a:pt x="4389120" y="650240"/>
                </a:cubicBezTo>
                <a:cubicBezTo>
                  <a:pt x="4432683" y="715584"/>
                  <a:pt x="4478783" y="732606"/>
                  <a:pt x="4429760" y="802640"/>
                </a:cubicBezTo>
                <a:cubicBezTo>
                  <a:pt x="4417324" y="820405"/>
                  <a:pt x="4395893" y="829733"/>
                  <a:pt x="4378960" y="843280"/>
                </a:cubicBezTo>
                <a:cubicBezTo>
                  <a:pt x="4453994" y="868291"/>
                  <a:pt x="4399280" y="839102"/>
                  <a:pt x="4399280" y="985520"/>
                </a:cubicBezTo>
                <a:cubicBezTo>
                  <a:pt x="4399280" y="1029939"/>
                  <a:pt x="4419881" y="1036601"/>
                  <a:pt x="4450080" y="1066800"/>
                </a:cubicBezTo>
                <a:cubicBezTo>
                  <a:pt x="4447173" y="1090056"/>
                  <a:pt x="4428623" y="1168841"/>
                  <a:pt x="4450080" y="1198880"/>
                </a:cubicBezTo>
                <a:cubicBezTo>
                  <a:pt x="4458796" y="1211082"/>
                  <a:pt x="4490874" y="1243067"/>
                  <a:pt x="4525054" y="1275058"/>
                </a:cubicBezTo>
                <a:lnTo>
                  <a:pt x="4545618" y="1293709"/>
                </a:lnTo>
                <a:lnTo>
                  <a:pt x="55081" y="1293709"/>
                </a:lnTo>
                <a:lnTo>
                  <a:pt x="55402" y="1292392"/>
                </a:lnTo>
                <a:cubicBezTo>
                  <a:pt x="56770" y="1286830"/>
                  <a:pt x="58574" y="1279546"/>
                  <a:pt x="60960" y="1270000"/>
                </a:cubicBezTo>
                <a:cubicBezTo>
                  <a:pt x="92948" y="1222018"/>
                  <a:pt x="75931" y="1255925"/>
                  <a:pt x="91440" y="1188720"/>
                </a:cubicBezTo>
                <a:cubicBezTo>
                  <a:pt x="97720" y="1161508"/>
                  <a:pt x="117612" y="1134747"/>
                  <a:pt x="111760" y="1107440"/>
                </a:cubicBezTo>
                <a:cubicBezTo>
                  <a:pt x="106218" y="1081576"/>
                  <a:pt x="74288" y="1069328"/>
                  <a:pt x="60960" y="1046480"/>
                </a:cubicBezTo>
                <a:cubicBezTo>
                  <a:pt x="50168" y="1027979"/>
                  <a:pt x="47413" y="1005840"/>
                  <a:pt x="40640" y="985520"/>
                </a:cubicBezTo>
                <a:cubicBezTo>
                  <a:pt x="67733" y="971973"/>
                  <a:pt x="100501" y="966299"/>
                  <a:pt x="121920" y="944880"/>
                </a:cubicBezTo>
                <a:cubicBezTo>
                  <a:pt x="129493" y="937307"/>
                  <a:pt x="110245" y="925002"/>
                  <a:pt x="111760" y="914400"/>
                </a:cubicBezTo>
                <a:cubicBezTo>
                  <a:pt x="113902" y="899407"/>
                  <a:pt x="125307" y="887307"/>
                  <a:pt x="132080" y="873760"/>
                </a:cubicBezTo>
                <a:cubicBezTo>
                  <a:pt x="121496" y="789091"/>
                  <a:pt x="126364" y="784856"/>
                  <a:pt x="91440" y="701040"/>
                </a:cubicBezTo>
                <a:cubicBezTo>
                  <a:pt x="86744" y="689768"/>
                  <a:pt x="77893" y="680720"/>
                  <a:pt x="71120" y="670560"/>
                </a:cubicBezTo>
                <a:cubicBezTo>
                  <a:pt x="179918" y="534562"/>
                  <a:pt x="79521" y="694459"/>
                  <a:pt x="60960" y="589280"/>
                </a:cubicBezTo>
                <a:cubicBezTo>
                  <a:pt x="52637" y="542114"/>
                  <a:pt x="74507" y="494453"/>
                  <a:pt x="81280" y="447040"/>
                </a:cubicBezTo>
                <a:cubicBezTo>
                  <a:pt x="44723" y="392205"/>
                  <a:pt x="40640" y="395113"/>
                  <a:pt x="40640" y="294640"/>
                </a:cubicBezTo>
                <a:cubicBezTo>
                  <a:pt x="40640" y="282429"/>
                  <a:pt x="60960" y="276371"/>
                  <a:pt x="60960" y="264160"/>
                </a:cubicBezTo>
                <a:cubicBezTo>
                  <a:pt x="60960" y="192718"/>
                  <a:pt x="47413" y="121920"/>
                  <a:pt x="40640" y="50800"/>
                </a:cubicBezTo>
                <a:cubicBezTo>
                  <a:pt x="27223" y="41856"/>
                  <a:pt x="17676" y="35631"/>
                  <a:pt x="11096" y="31427"/>
                </a:cubicBezTo>
                <a:lnTo>
                  <a:pt x="5976" y="28263"/>
                </a:lnTo>
                <a:lnTo>
                  <a:pt x="7674" y="29238"/>
                </a:lnTo>
                <a:cubicBezTo>
                  <a:pt x="20132" y="35706"/>
                  <a:pt x="36806" y="40896"/>
                  <a:pt x="0" y="0"/>
                </a:cubicBezTo>
                <a:close/>
              </a:path>
            </a:pathLst>
          </a:custGeom>
          <a:blipFill>
            <a:blip r:embed="rId4"/>
            <a:stretch>
              <a:fillRect/>
            </a:stretch>
          </a:blip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3FB1DEF6-4323-D5E5-C730-AE0951C9E448}"/>
              </a:ext>
            </a:extLst>
          </p:cNvPr>
          <p:cNvSpPr/>
          <p:nvPr/>
        </p:nvSpPr>
        <p:spPr>
          <a:xfrm>
            <a:off x="5688040" y="2980284"/>
            <a:ext cx="7537" cy="4539"/>
          </a:xfrm>
          <a:custGeom>
            <a:avLst/>
            <a:gdLst>
              <a:gd name="csX0" fmla="*/ 921 w 7537"/>
              <a:gd name="csY0" fmla="*/ 452 h 4539"/>
              <a:gd name="csX1" fmla="*/ 7537 w 7537"/>
              <a:gd name="csY1" fmla="*/ 4539 h 4539"/>
              <a:gd name="csX2" fmla="*/ 1583 w 7537"/>
              <a:gd name="csY2" fmla="*/ 1123 h 4539"/>
              <a:gd name="csX3" fmla="*/ 921 w 7537"/>
              <a:gd name="csY3" fmla="*/ 452 h 453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7537" h="4539">
                <a:moveTo>
                  <a:pt x="921" y="452"/>
                </a:moveTo>
                <a:lnTo>
                  <a:pt x="7537" y="4539"/>
                </a:lnTo>
                <a:lnTo>
                  <a:pt x="1583" y="1123"/>
                </a:lnTo>
                <a:cubicBezTo>
                  <a:pt x="-103" y="46"/>
                  <a:pt x="-624" y="-411"/>
                  <a:pt x="921" y="452"/>
                </a:cubicBezTo>
                <a:close/>
              </a:path>
            </a:pathLst>
          </a:cu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465046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6A3412B-056D-518C-72C9-FA1385D2FF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EA8A98FE-2B82-74FD-7CC8-899D784ED5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D568989-9435-A6B9-8E73-F495E51249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914400"/>
            <a:ext cx="6239599" cy="1307590"/>
          </a:xfrm>
        </p:spPr>
        <p:txBody>
          <a:bodyPr>
            <a:normAutofit/>
          </a:bodyPr>
          <a:lstStyle/>
          <a:p>
            <a:r>
              <a:rPr lang="en-IN" dirty="0"/>
              <a:t>Next edit suggestions</a:t>
            </a:r>
            <a:endParaRPr lang="en-IN" dirty="0">
              <a:latin typeface="Milker" pitchFamily="50" charset="0"/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D18DAC0-FAE6-0CB4-4536-8B75CE6242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4672" y="722376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C817F172-255B-4CB9-4E0D-641C96AA339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8451" r="41229"/>
          <a:stretch>
            <a:fillRect/>
          </a:stretch>
        </p:blipFill>
        <p:spPr>
          <a:xfrm>
            <a:off x="7583424" y="0"/>
            <a:ext cx="4608576" cy="6857990"/>
          </a:xfrm>
          <a:prstGeom prst="rect">
            <a:avLst/>
          </a:prstGeom>
        </p:spPr>
      </p:pic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EA42C016-99F1-08FF-0E40-01BA43E091D1}"/>
              </a:ext>
            </a:extLst>
          </p:cNvPr>
          <p:cNvSpPr/>
          <p:nvPr/>
        </p:nvSpPr>
        <p:spPr>
          <a:xfrm>
            <a:off x="5841822" y="2413000"/>
            <a:ext cx="458992" cy="1735667"/>
          </a:xfrm>
          <a:custGeom>
            <a:avLst/>
            <a:gdLst>
              <a:gd name="csX0" fmla="*/ 279578 w 458992"/>
              <a:gd name="csY0" fmla="*/ 0 h 1735667"/>
              <a:gd name="csX1" fmla="*/ 127178 w 458992"/>
              <a:gd name="csY1" fmla="*/ 220133 h 1735667"/>
              <a:gd name="csX2" fmla="*/ 296511 w 458992"/>
              <a:gd name="csY2" fmla="*/ 516467 h 1735667"/>
              <a:gd name="csX3" fmla="*/ 296511 w 458992"/>
              <a:gd name="csY3" fmla="*/ 584200 h 1735667"/>
              <a:gd name="csX4" fmla="*/ 254178 w 458992"/>
              <a:gd name="csY4" fmla="*/ 668867 h 1735667"/>
              <a:gd name="csX5" fmla="*/ 228778 w 458992"/>
              <a:gd name="csY5" fmla="*/ 770467 h 1735667"/>
              <a:gd name="csX6" fmla="*/ 262645 w 458992"/>
              <a:gd name="csY6" fmla="*/ 948267 h 1735667"/>
              <a:gd name="csX7" fmla="*/ 457378 w 458992"/>
              <a:gd name="csY7" fmla="*/ 1126067 h 1735667"/>
              <a:gd name="csX8" fmla="*/ 347311 w 458992"/>
              <a:gd name="csY8" fmla="*/ 1193800 h 1735667"/>
              <a:gd name="csX9" fmla="*/ 203378 w 458992"/>
              <a:gd name="csY9" fmla="*/ 1337733 h 1735667"/>
              <a:gd name="csX10" fmla="*/ 84845 w 458992"/>
              <a:gd name="csY10" fmla="*/ 1397000 h 1735667"/>
              <a:gd name="csX11" fmla="*/ 76378 w 458992"/>
              <a:gd name="csY11" fmla="*/ 1473200 h 1735667"/>
              <a:gd name="csX12" fmla="*/ 178 w 458992"/>
              <a:gd name="csY12" fmla="*/ 1625600 h 1735667"/>
              <a:gd name="csX13" fmla="*/ 59445 w 458992"/>
              <a:gd name="csY13" fmla="*/ 1735667 h 173566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</a:cxnLst>
            <a:rect l="l" t="t" r="r" b="b"/>
            <a:pathLst>
              <a:path w="458992" h="1735667">
                <a:moveTo>
                  <a:pt x="279578" y="0"/>
                </a:moveTo>
                <a:cubicBezTo>
                  <a:pt x="201967" y="67027"/>
                  <a:pt x="124356" y="134055"/>
                  <a:pt x="127178" y="220133"/>
                </a:cubicBezTo>
                <a:cubicBezTo>
                  <a:pt x="130000" y="306211"/>
                  <a:pt x="268289" y="455789"/>
                  <a:pt x="296511" y="516467"/>
                </a:cubicBezTo>
                <a:cubicBezTo>
                  <a:pt x="324733" y="577145"/>
                  <a:pt x="303566" y="558800"/>
                  <a:pt x="296511" y="584200"/>
                </a:cubicBezTo>
                <a:cubicBezTo>
                  <a:pt x="289456" y="609600"/>
                  <a:pt x="265467" y="637823"/>
                  <a:pt x="254178" y="668867"/>
                </a:cubicBezTo>
                <a:cubicBezTo>
                  <a:pt x="242889" y="699911"/>
                  <a:pt x="227367" y="723900"/>
                  <a:pt x="228778" y="770467"/>
                </a:cubicBezTo>
                <a:cubicBezTo>
                  <a:pt x="230189" y="817034"/>
                  <a:pt x="224545" y="889000"/>
                  <a:pt x="262645" y="948267"/>
                </a:cubicBezTo>
                <a:cubicBezTo>
                  <a:pt x="300745" y="1007534"/>
                  <a:pt x="443267" y="1085145"/>
                  <a:pt x="457378" y="1126067"/>
                </a:cubicBezTo>
                <a:cubicBezTo>
                  <a:pt x="471489" y="1166989"/>
                  <a:pt x="389644" y="1158522"/>
                  <a:pt x="347311" y="1193800"/>
                </a:cubicBezTo>
                <a:cubicBezTo>
                  <a:pt x="304978" y="1229078"/>
                  <a:pt x="247122" y="1303866"/>
                  <a:pt x="203378" y="1337733"/>
                </a:cubicBezTo>
                <a:cubicBezTo>
                  <a:pt x="159634" y="1371600"/>
                  <a:pt x="106012" y="1374422"/>
                  <a:pt x="84845" y="1397000"/>
                </a:cubicBezTo>
                <a:cubicBezTo>
                  <a:pt x="63678" y="1419578"/>
                  <a:pt x="90489" y="1435100"/>
                  <a:pt x="76378" y="1473200"/>
                </a:cubicBezTo>
                <a:cubicBezTo>
                  <a:pt x="62267" y="1511300"/>
                  <a:pt x="3000" y="1581856"/>
                  <a:pt x="178" y="1625600"/>
                </a:cubicBezTo>
                <a:cubicBezTo>
                  <a:pt x="-2644" y="1669344"/>
                  <a:pt x="28400" y="1702505"/>
                  <a:pt x="59445" y="1735667"/>
                </a:cubicBezTo>
              </a:path>
            </a:pathLst>
          </a:custGeom>
          <a:noFill/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996AC1-32C8-0F55-DA89-E750BE5528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5011" y="2323592"/>
            <a:ext cx="6397752" cy="3467608"/>
          </a:xfrm>
        </p:spPr>
        <p:txBody>
          <a:bodyPr>
            <a:normAutofit/>
          </a:bodyPr>
          <a:lstStyle/>
          <a:p>
            <a:r>
              <a:rPr lang="en-US" dirty="0">
                <a:latin typeface="+mj-lt"/>
              </a:rPr>
              <a:t>The Next Edit Suggestions (NES) feature of GitHub Copilot uses your recent edits to anticipate the next edit</a:t>
            </a:r>
          </a:p>
          <a:p>
            <a:r>
              <a:rPr lang="en-IN" dirty="0">
                <a:latin typeface="+mj-lt"/>
              </a:rPr>
              <a:t>Enable next edit suggestions</a:t>
            </a:r>
          </a:p>
          <a:p>
            <a:r>
              <a:rPr lang="en-IN" dirty="0">
                <a:latin typeface="+mj-lt"/>
              </a:rPr>
              <a:t>Various use cases</a:t>
            </a:r>
          </a:p>
          <a:p>
            <a:pPr lvl="1"/>
            <a:r>
              <a:rPr lang="en-IN" sz="2000" dirty="0">
                <a:latin typeface="+mj-lt"/>
              </a:rPr>
              <a:t>Catch and correct mistakes</a:t>
            </a:r>
          </a:p>
          <a:p>
            <a:pPr lvl="1"/>
            <a:r>
              <a:rPr lang="en-US" sz="2000" dirty="0">
                <a:latin typeface="+mj-lt"/>
              </a:rPr>
              <a:t>Match a change in intent</a:t>
            </a:r>
          </a:p>
          <a:p>
            <a:pPr lvl="1"/>
            <a:r>
              <a:rPr lang="en-IN" sz="2000" dirty="0">
                <a:latin typeface="+mj-lt"/>
              </a:rPr>
              <a:t>Update code syntax</a:t>
            </a:r>
          </a:p>
          <a:p>
            <a:pPr lvl="1"/>
            <a:r>
              <a:rPr lang="en-IN" sz="2000" dirty="0">
                <a:latin typeface="+mj-lt"/>
              </a:rPr>
              <a:t>Refactor</a:t>
            </a: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50124430-F7AA-9B09-E926-1342CE702DE9}"/>
              </a:ext>
            </a:extLst>
          </p:cNvPr>
          <p:cNvSpPr/>
          <p:nvPr/>
        </p:nvSpPr>
        <p:spPr>
          <a:xfrm>
            <a:off x="5384800" y="2915920"/>
            <a:ext cx="561218" cy="1198880"/>
          </a:xfrm>
          <a:custGeom>
            <a:avLst/>
            <a:gdLst>
              <a:gd name="csX0" fmla="*/ 0 w 561218"/>
              <a:gd name="csY0" fmla="*/ 0 h 1198880"/>
              <a:gd name="csX1" fmla="*/ 0 w 561218"/>
              <a:gd name="csY1" fmla="*/ 0 h 1198880"/>
              <a:gd name="csX2" fmla="*/ 193040 w 561218"/>
              <a:gd name="csY2" fmla="*/ 132080 h 1198880"/>
              <a:gd name="csX3" fmla="*/ 457200 w 561218"/>
              <a:gd name="csY3" fmla="*/ 589280 h 1198880"/>
              <a:gd name="csX4" fmla="*/ 558800 w 561218"/>
              <a:gd name="csY4" fmla="*/ 487680 h 1198880"/>
              <a:gd name="csX5" fmla="*/ 548640 w 561218"/>
              <a:gd name="csY5" fmla="*/ 518160 h 1198880"/>
              <a:gd name="csX6" fmla="*/ 508000 w 561218"/>
              <a:gd name="csY6" fmla="*/ 711200 h 1198880"/>
              <a:gd name="csX7" fmla="*/ 457200 w 561218"/>
              <a:gd name="csY7" fmla="*/ 721360 h 1198880"/>
              <a:gd name="csX8" fmla="*/ 477520 w 561218"/>
              <a:gd name="csY8" fmla="*/ 609600 h 1198880"/>
              <a:gd name="csX9" fmla="*/ 375920 w 561218"/>
              <a:gd name="csY9" fmla="*/ 701040 h 1198880"/>
              <a:gd name="csX10" fmla="*/ 203200 w 561218"/>
              <a:gd name="csY10" fmla="*/ 843280 h 1198880"/>
              <a:gd name="csX11" fmla="*/ 213360 w 561218"/>
              <a:gd name="csY11" fmla="*/ 894080 h 1198880"/>
              <a:gd name="csX12" fmla="*/ 243840 w 561218"/>
              <a:gd name="csY12" fmla="*/ 914400 h 1198880"/>
              <a:gd name="csX13" fmla="*/ 284480 w 561218"/>
              <a:gd name="csY13" fmla="*/ 975360 h 1198880"/>
              <a:gd name="csX14" fmla="*/ 304800 w 561218"/>
              <a:gd name="csY14" fmla="*/ 1046480 h 1198880"/>
              <a:gd name="csX15" fmla="*/ 264160 w 561218"/>
              <a:gd name="csY15" fmla="*/ 1158240 h 1198880"/>
              <a:gd name="csX16" fmla="*/ 264160 w 561218"/>
              <a:gd name="csY16" fmla="*/ 1198880 h 119888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561218" h="1198880">
                <a:moveTo>
                  <a:pt x="0" y="0"/>
                </a:moveTo>
                <a:lnTo>
                  <a:pt x="0" y="0"/>
                </a:lnTo>
                <a:cubicBezTo>
                  <a:pt x="64347" y="44027"/>
                  <a:pt x="140530" y="74447"/>
                  <a:pt x="193040" y="132080"/>
                </a:cubicBezTo>
                <a:cubicBezTo>
                  <a:pt x="401257" y="360611"/>
                  <a:pt x="392384" y="378627"/>
                  <a:pt x="457200" y="589280"/>
                </a:cubicBezTo>
                <a:cubicBezTo>
                  <a:pt x="491067" y="555413"/>
                  <a:pt x="520994" y="517085"/>
                  <a:pt x="558800" y="487680"/>
                </a:cubicBezTo>
                <a:cubicBezTo>
                  <a:pt x="567254" y="481105"/>
                  <a:pt x="551013" y="507717"/>
                  <a:pt x="548640" y="518160"/>
                </a:cubicBezTo>
                <a:cubicBezTo>
                  <a:pt x="534067" y="582282"/>
                  <a:pt x="534984" y="651235"/>
                  <a:pt x="508000" y="711200"/>
                </a:cubicBezTo>
                <a:cubicBezTo>
                  <a:pt x="500914" y="726948"/>
                  <a:pt x="474133" y="717973"/>
                  <a:pt x="457200" y="721360"/>
                </a:cubicBezTo>
                <a:cubicBezTo>
                  <a:pt x="463973" y="684107"/>
                  <a:pt x="514254" y="618783"/>
                  <a:pt x="477520" y="609600"/>
                </a:cubicBezTo>
                <a:cubicBezTo>
                  <a:pt x="433317" y="598549"/>
                  <a:pt x="410604" y="671494"/>
                  <a:pt x="375920" y="701040"/>
                </a:cubicBezTo>
                <a:cubicBezTo>
                  <a:pt x="319144" y="749405"/>
                  <a:pt x="203200" y="843280"/>
                  <a:pt x="203200" y="843280"/>
                </a:cubicBezTo>
                <a:cubicBezTo>
                  <a:pt x="206587" y="860213"/>
                  <a:pt x="204792" y="879087"/>
                  <a:pt x="213360" y="894080"/>
                </a:cubicBezTo>
                <a:cubicBezTo>
                  <a:pt x="219418" y="904682"/>
                  <a:pt x="235799" y="905210"/>
                  <a:pt x="243840" y="914400"/>
                </a:cubicBezTo>
                <a:cubicBezTo>
                  <a:pt x="259922" y="932779"/>
                  <a:pt x="270933" y="955040"/>
                  <a:pt x="284480" y="975360"/>
                </a:cubicBezTo>
                <a:cubicBezTo>
                  <a:pt x="291253" y="999067"/>
                  <a:pt x="304800" y="1021825"/>
                  <a:pt x="304800" y="1046480"/>
                </a:cubicBezTo>
                <a:cubicBezTo>
                  <a:pt x="304800" y="1136295"/>
                  <a:pt x="280468" y="1093009"/>
                  <a:pt x="264160" y="1158240"/>
                </a:cubicBezTo>
                <a:cubicBezTo>
                  <a:pt x="260874" y="1171382"/>
                  <a:pt x="264160" y="1185333"/>
                  <a:pt x="264160" y="1198880"/>
                </a:cubicBezTo>
              </a:path>
            </a:pathLst>
          </a:custGeom>
          <a:noFill/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6D1F388A-1D3F-110F-20A1-620CAF34688E}"/>
              </a:ext>
            </a:extLst>
          </p:cNvPr>
          <p:cNvSpPr/>
          <p:nvPr/>
        </p:nvSpPr>
        <p:spPr>
          <a:xfrm>
            <a:off x="10237893" y="2468100"/>
            <a:ext cx="24395" cy="4601"/>
          </a:xfrm>
          <a:custGeom>
            <a:avLst/>
            <a:gdLst>
              <a:gd name="csX0" fmla="*/ 1841 w 24395"/>
              <a:gd name="csY0" fmla="*/ 278 h 4601"/>
              <a:gd name="csX1" fmla="*/ 16169 w 24395"/>
              <a:gd name="csY1" fmla="*/ 2955 h 4601"/>
              <a:gd name="csX2" fmla="*/ 24395 w 24395"/>
              <a:gd name="csY2" fmla="*/ 4601 h 4601"/>
              <a:gd name="csX3" fmla="*/ 3388 w 24395"/>
              <a:gd name="csY3" fmla="*/ 780 h 4601"/>
              <a:gd name="csX4" fmla="*/ 1841 w 24395"/>
              <a:gd name="csY4" fmla="*/ 278 h 460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24395" h="4601">
                <a:moveTo>
                  <a:pt x="1841" y="278"/>
                </a:moveTo>
                <a:cubicBezTo>
                  <a:pt x="4502" y="736"/>
                  <a:pt x="9810" y="1724"/>
                  <a:pt x="16169" y="2955"/>
                </a:cubicBezTo>
                <a:lnTo>
                  <a:pt x="24395" y="4601"/>
                </a:lnTo>
                <a:lnTo>
                  <a:pt x="3388" y="780"/>
                </a:lnTo>
                <a:cubicBezTo>
                  <a:pt x="-836" y="-110"/>
                  <a:pt x="-821" y="-181"/>
                  <a:pt x="1841" y="278"/>
                </a:cubicBezTo>
                <a:close/>
              </a:path>
            </a:pathLst>
          </a:cu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7CCB19DC-06C5-05DF-82FE-AE5F6263585A}"/>
              </a:ext>
            </a:extLst>
          </p:cNvPr>
          <p:cNvSpPr/>
          <p:nvPr/>
        </p:nvSpPr>
        <p:spPr>
          <a:xfrm>
            <a:off x="5688040" y="2980284"/>
            <a:ext cx="7537" cy="4539"/>
          </a:xfrm>
          <a:custGeom>
            <a:avLst/>
            <a:gdLst>
              <a:gd name="csX0" fmla="*/ 921 w 7537"/>
              <a:gd name="csY0" fmla="*/ 452 h 4539"/>
              <a:gd name="csX1" fmla="*/ 7537 w 7537"/>
              <a:gd name="csY1" fmla="*/ 4539 h 4539"/>
              <a:gd name="csX2" fmla="*/ 1583 w 7537"/>
              <a:gd name="csY2" fmla="*/ 1123 h 4539"/>
              <a:gd name="csX3" fmla="*/ 921 w 7537"/>
              <a:gd name="csY3" fmla="*/ 452 h 453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7537" h="4539">
                <a:moveTo>
                  <a:pt x="921" y="452"/>
                </a:moveTo>
                <a:lnTo>
                  <a:pt x="7537" y="4539"/>
                </a:lnTo>
                <a:lnTo>
                  <a:pt x="1583" y="1123"/>
                </a:lnTo>
                <a:cubicBezTo>
                  <a:pt x="-103" y="46"/>
                  <a:pt x="-624" y="-411"/>
                  <a:pt x="921" y="452"/>
                </a:cubicBezTo>
                <a:close/>
              </a:path>
            </a:pathLst>
          </a:cu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E654308-5510-8751-3E28-A91ADCAC83F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9023" r="1"/>
          <a:stretch>
            <a:fillRect/>
          </a:stretch>
        </p:blipFill>
        <p:spPr>
          <a:xfrm>
            <a:off x="8884601" y="497618"/>
            <a:ext cx="2897951" cy="5566429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9989F853-B99A-D44B-B516-A78AD2846CFA}"/>
              </a:ext>
            </a:extLst>
          </p:cNvPr>
          <p:cNvSpPr/>
          <p:nvPr/>
        </p:nvSpPr>
        <p:spPr>
          <a:xfrm>
            <a:off x="8890000" y="5008880"/>
            <a:ext cx="2836650" cy="346398"/>
          </a:xfrm>
          <a:prstGeom prst="rect">
            <a:avLst/>
          </a:prstGeom>
          <a:noFill/>
          <a:ln w="28575" cap="flat" cmpd="sng" algn="ctr">
            <a:solidFill>
              <a:schemeClr val="bg1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794979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2D6B20F-9C54-DC93-1A29-770A73C8AD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2C7D0B0-7AFC-E978-2A41-BBFB3F7279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AA4B8FF-0CF9-0217-C0A7-D0A7DAB979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914400"/>
            <a:ext cx="6239599" cy="1307590"/>
          </a:xfrm>
        </p:spPr>
        <p:txBody>
          <a:bodyPr>
            <a:normAutofit fontScale="90000"/>
          </a:bodyPr>
          <a:lstStyle/>
          <a:p>
            <a:r>
              <a:rPr lang="en-IN" dirty="0"/>
              <a:t>Catch and correct</a:t>
            </a:r>
            <a:br>
              <a:rPr lang="en-IN" dirty="0"/>
            </a:br>
            <a:r>
              <a:rPr lang="en-IN" dirty="0"/>
              <a:t>mistakes</a:t>
            </a:r>
            <a:endParaRPr lang="en-IN" dirty="0">
              <a:latin typeface="Milker" pitchFamily="50" charset="0"/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91A3E35-EE85-9C88-DA84-E695677E65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4672" y="722376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69542007-2CBC-7817-97CD-97C68FFE871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8451" r="41229"/>
          <a:stretch>
            <a:fillRect/>
          </a:stretch>
        </p:blipFill>
        <p:spPr>
          <a:xfrm>
            <a:off x="7583424" y="0"/>
            <a:ext cx="4608576" cy="6857990"/>
          </a:xfrm>
          <a:prstGeom prst="rect">
            <a:avLst/>
          </a:prstGeom>
        </p:spPr>
      </p:pic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9DD961D5-971F-2B10-A4D1-7D8CBD7229FE}"/>
              </a:ext>
            </a:extLst>
          </p:cNvPr>
          <p:cNvSpPr/>
          <p:nvPr/>
        </p:nvSpPr>
        <p:spPr>
          <a:xfrm>
            <a:off x="5841822" y="2413000"/>
            <a:ext cx="458992" cy="1735667"/>
          </a:xfrm>
          <a:custGeom>
            <a:avLst/>
            <a:gdLst>
              <a:gd name="csX0" fmla="*/ 279578 w 458992"/>
              <a:gd name="csY0" fmla="*/ 0 h 1735667"/>
              <a:gd name="csX1" fmla="*/ 127178 w 458992"/>
              <a:gd name="csY1" fmla="*/ 220133 h 1735667"/>
              <a:gd name="csX2" fmla="*/ 296511 w 458992"/>
              <a:gd name="csY2" fmla="*/ 516467 h 1735667"/>
              <a:gd name="csX3" fmla="*/ 296511 w 458992"/>
              <a:gd name="csY3" fmla="*/ 584200 h 1735667"/>
              <a:gd name="csX4" fmla="*/ 254178 w 458992"/>
              <a:gd name="csY4" fmla="*/ 668867 h 1735667"/>
              <a:gd name="csX5" fmla="*/ 228778 w 458992"/>
              <a:gd name="csY5" fmla="*/ 770467 h 1735667"/>
              <a:gd name="csX6" fmla="*/ 262645 w 458992"/>
              <a:gd name="csY6" fmla="*/ 948267 h 1735667"/>
              <a:gd name="csX7" fmla="*/ 457378 w 458992"/>
              <a:gd name="csY7" fmla="*/ 1126067 h 1735667"/>
              <a:gd name="csX8" fmla="*/ 347311 w 458992"/>
              <a:gd name="csY8" fmla="*/ 1193800 h 1735667"/>
              <a:gd name="csX9" fmla="*/ 203378 w 458992"/>
              <a:gd name="csY9" fmla="*/ 1337733 h 1735667"/>
              <a:gd name="csX10" fmla="*/ 84845 w 458992"/>
              <a:gd name="csY10" fmla="*/ 1397000 h 1735667"/>
              <a:gd name="csX11" fmla="*/ 76378 w 458992"/>
              <a:gd name="csY11" fmla="*/ 1473200 h 1735667"/>
              <a:gd name="csX12" fmla="*/ 178 w 458992"/>
              <a:gd name="csY12" fmla="*/ 1625600 h 1735667"/>
              <a:gd name="csX13" fmla="*/ 59445 w 458992"/>
              <a:gd name="csY13" fmla="*/ 1735667 h 173566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</a:cxnLst>
            <a:rect l="l" t="t" r="r" b="b"/>
            <a:pathLst>
              <a:path w="458992" h="1735667">
                <a:moveTo>
                  <a:pt x="279578" y="0"/>
                </a:moveTo>
                <a:cubicBezTo>
                  <a:pt x="201967" y="67027"/>
                  <a:pt x="124356" y="134055"/>
                  <a:pt x="127178" y="220133"/>
                </a:cubicBezTo>
                <a:cubicBezTo>
                  <a:pt x="130000" y="306211"/>
                  <a:pt x="268289" y="455789"/>
                  <a:pt x="296511" y="516467"/>
                </a:cubicBezTo>
                <a:cubicBezTo>
                  <a:pt x="324733" y="577145"/>
                  <a:pt x="303566" y="558800"/>
                  <a:pt x="296511" y="584200"/>
                </a:cubicBezTo>
                <a:cubicBezTo>
                  <a:pt x="289456" y="609600"/>
                  <a:pt x="265467" y="637823"/>
                  <a:pt x="254178" y="668867"/>
                </a:cubicBezTo>
                <a:cubicBezTo>
                  <a:pt x="242889" y="699911"/>
                  <a:pt x="227367" y="723900"/>
                  <a:pt x="228778" y="770467"/>
                </a:cubicBezTo>
                <a:cubicBezTo>
                  <a:pt x="230189" y="817034"/>
                  <a:pt x="224545" y="889000"/>
                  <a:pt x="262645" y="948267"/>
                </a:cubicBezTo>
                <a:cubicBezTo>
                  <a:pt x="300745" y="1007534"/>
                  <a:pt x="443267" y="1085145"/>
                  <a:pt x="457378" y="1126067"/>
                </a:cubicBezTo>
                <a:cubicBezTo>
                  <a:pt x="471489" y="1166989"/>
                  <a:pt x="389644" y="1158522"/>
                  <a:pt x="347311" y="1193800"/>
                </a:cubicBezTo>
                <a:cubicBezTo>
                  <a:pt x="304978" y="1229078"/>
                  <a:pt x="247122" y="1303866"/>
                  <a:pt x="203378" y="1337733"/>
                </a:cubicBezTo>
                <a:cubicBezTo>
                  <a:pt x="159634" y="1371600"/>
                  <a:pt x="106012" y="1374422"/>
                  <a:pt x="84845" y="1397000"/>
                </a:cubicBezTo>
                <a:cubicBezTo>
                  <a:pt x="63678" y="1419578"/>
                  <a:pt x="90489" y="1435100"/>
                  <a:pt x="76378" y="1473200"/>
                </a:cubicBezTo>
                <a:cubicBezTo>
                  <a:pt x="62267" y="1511300"/>
                  <a:pt x="3000" y="1581856"/>
                  <a:pt x="178" y="1625600"/>
                </a:cubicBezTo>
                <a:cubicBezTo>
                  <a:pt x="-2644" y="1669344"/>
                  <a:pt x="28400" y="1702505"/>
                  <a:pt x="59445" y="1735667"/>
                </a:cubicBezTo>
              </a:path>
            </a:pathLst>
          </a:custGeom>
          <a:noFill/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62477CB7-3308-2FA1-994E-A56C8EE6E9D3}"/>
              </a:ext>
            </a:extLst>
          </p:cNvPr>
          <p:cNvSpPr/>
          <p:nvPr/>
        </p:nvSpPr>
        <p:spPr>
          <a:xfrm>
            <a:off x="5384800" y="2915920"/>
            <a:ext cx="561218" cy="1198880"/>
          </a:xfrm>
          <a:custGeom>
            <a:avLst/>
            <a:gdLst>
              <a:gd name="csX0" fmla="*/ 0 w 561218"/>
              <a:gd name="csY0" fmla="*/ 0 h 1198880"/>
              <a:gd name="csX1" fmla="*/ 0 w 561218"/>
              <a:gd name="csY1" fmla="*/ 0 h 1198880"/>
              <a:gd name="csX2" fmla="*/ 193040 w 561218"/>
              <a:gd name="csY2" fmla="*/ 132080 h 1198880"/>
              <a:gd name="csX3" fmla="*/ 457200 w 561218"/>
              <a:gd name="csY3" fmla="*/ 589280 h 1198880"/>
              <a:gd name="csX4" fmla="*/ 558800 w 561218"/>
              <a:gd name="csY4" fmla="*/ 487680 h 1198880"/>
              <a:gd name="csX5" fmla="*/ 548640 w 561218"/>
              <a:gd name="csY5" fmla="*/ 518160 h 1198880"/>
              <a:gd name="csX6" fmla="*/ 508000 w 561218"/>
              <a:gd name="csY6" fmla="*/ 711200 h 1198880"/>
              <a:gd name="csX7" fmla="*/ 457200 w 561218"/>
              <a:gd name="csY7" fmla="*/ 721360 h 1198880"/>
              <a:gd name="csX8" fmla="*/ 477520 w 561218"/>
              <a:gd name="csY8" fmla="*/ 609600 h 1198880"/>
              <a:gd name="csX9" fmla="*/ 375920 w 561218"/>
              <a:gd name="csY9" fmla="*/ 701040 h 1198880"/>
              <a:gd name="csX10" fmla="*/ 203200 w 561218"/>
              <a:gd name="csY10" fmla="*/ 843280 h 1198880"/>
              <a:gd name="csX11" fmla="*/ 213360 w 561218"/>
              <a:gd name="csY11" fmla="*/ 894080 h 1198880"/>
              <a:gd name="csX12" fmla="*/ 243840 w 561218"/>
              <a:gd name="csY12" fmla="*/ 914400 h 1198880"/>
              <a:gd name="csX13" fmla="*/ 284480 w 561218"/>
              <a:gd name="csY13" fmla="*/ 975360 h 1198880"/>
              <a:gd name="csX14" fmla="*/ 304800 w 561218"/>
              <a:gd name="csY14" fmla="*/ 1046480 h 1198880"/>
              <a:gd name="csX15" fmla="*/ 264160 w 561218"/>
              <a:gd name="csY15" fmla="*/ 1158240 h 1198880"/>
              <a:gd name="csX16" fmla="*/ 264160 w 561218"/>
              <a:gd name="csY16" fmla="*/ 1198880 h 119888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561218" h="1198880">
                <a:moveTo>
                  <a:pt x="0" y="0"/>
                </a:moveTo>
                <a:lnTo>
                  <a:pt x="0" y="0"/>
                </a:lnTo>
                <a:cubicBezTo>
                  <a:pt x="64347" y="44027"/>
                  <a:pt x="140530" y="74447"/>
                  <a:pt x="193040" y="132080"/>
                </a:cubicBezTo>
                <a:cubicBezTo>
                  <a:pt x="401257" y="360611"/>
                  <a:pt x="392384" y="378627"/>
                  <a:pt x="457200" y="589280"/>
                </a:cubicBezTo>
                <a:cubicBezTo>
                  <a:pt x="491067" y="555413"/>
                  <a:pt x="520994" y="517085"/>
                  <a:pt x="558800" y="487680"/>
                </a:cubicBezTo>
                <a:cubicBezTo>
                  <a:pt x="567254" y="481105"/>
                  <a:pt x="551013" y="507717"/>
                  <a:pt x="548640" y="518160"/>
                </a:cubicBezTo>
                <a:cubicBezTo>
                  <a:pt x="534067" y="582282"/>
                  <a:pt x="534984" y="651235"/>
                  <a:pt x="508000" y="711200"/>
                </a:cubicBezTo>
                <a:cubicBezTo>
                  <a:pt x="500914" y="726948"/>
                  <a:pt x="474133" y="717973"/>
                  <a:pt x="457200" y="721360"/>
                </a:cubicBezTo>
                <a:cubicBezTo>
                  <a:pt x="463973" y="684107"/>
                  <a:pt x="514254" y="618783"/>
                  <a:pt x="477520" y="609600"/>
                </a:cubicBezTo>
                <a:cubicBezTo>
                  <a:pt x="433317" y="598549"/>
                  <a:pt x="410604" y="671494"/>
                  <a:pt x="375920" y="701040"/>
                </a:cubicBezTo>
                <a:cubicBezTo>
                  <a:pt x="319144" y="749405"/>
                  <a:pt x="203200" y="843280"/>
                  <a:pt x="203200" y="843280"/>
                </a:cubicBezTo>
                <a:cubicBezTo>
                  <a:pt x="206587" y="860213"/>
                  <a:pt x="204792" y="879087"/>
                  <a:pt x="213360" y="894080"/>
                </a:cubicBezTo>
                <a:cubicBezTo>
                  <a:pt x="219418" y="904682"/>
                  <a:pt x="235799" y="905210"/>
                  <a:pt x="243840" y="914400"/>
                </a:cubicBezTo>
                <a:cubicBezTo>
                  <a:pt x="259922" y="932779"/>
                  <a:pt x="270933" y="955040"/>
                  <a:pt x="284480" y="975360"/>
                </a:cubicBezTo>
                <a:cubicBezTo>
                  <a:pt x="291253" y="999067"/>
                  <a:pt x="304800" y="1021825"/>
                  <a:pt x="304800" y="1046480"/>
                </a:cubicBezTo>
                <a:cubicBezTo>
                  <a:pt x="304800" y="1136295"/>
                  <a:pt x="280468" y="1093009"/>
                  <a:pt x="264160" y="1158240"/>
                </a:cubicBezTo>
                <a:cubicBezTo>
                  <a:pt x="260874" y="1171382"/>
                  <a:pt x="264160" y="1185333"/>
                  <a:pt x="264160" y="1198880"/>
                </a:cubicBezTo>
              </a:path>
            </a:pathLst>
          </a:custGeom>
          <a:noFill/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D239D94-CEF0-E4FD-95EE-33987C77B9C1}"/>
              </a:ext>
            </a:extLst>
          </p:cNvPr>
          <p:cNvSpPr/>
          <p:nvPr/>
        </p:nvSpPr>
        <p:spPr>
          <a:xfrm>
            <a:off x="10237893" y="2468100"/>
            <a:ext cx="24395" cy="4601"/>
          </a:xfrm>
          <a:custGeom>
            <a:avLst/>
            <a:gdLst>
              <a:gd name="csX0" fmla="*/ 1841 w 24395"/>
              <a:gd name="csY0" fmla="*/ 278 h 4601"/>
              <a:gd name="csX1" fmla="*/ 16169 w 24395"/>
              <a:gd name="csY1" fmla="*/ 2955 h 4601"/>
              <a:gd name="csX2" fmla="*/ 24395 w 24395"/>
              <a:gd name="csY2" fmla="*/ 4601 h 4601"/>
              <a:gd name="csX3" fmla="*/ 3388 w 24395"/>
              <a:gd name="csY3" fmla="*/ 780 h 4601"/>
              <a:gd name="csX4" fmla="*/ 1841 w 24395"/>
              <a:gd name="csY4" fmla="*/ 278 h 460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24395" h="4601">
                <a:moveTo>
                  <a:pt x="1841" y="278"/>
                </a:moveTo>
                <a:cubicBezTo>
                  <a:pt x="4502" y="736"/>
                  <a:pt x="9810" y="1724"/>
                  <a:pt x="16169" y="2955"/>
                </a:cubicBezTo>
                <a:lnTo>
                  <a:pt x="24395" y="4601"/>
                </a:lnTo>
                <a:lnTo>
                  <a:pt x="3388" y="780"/>
                </a:lnTo>
                <a:cubicBezTo>
                  <a:pt x="-836" y="-110"/>
                  <a:pt x="-821" y="-181"/>
                  <a:pt x="1841" y="278"/>
                </a:cubicBezTo>
                <a:close/>
              </a:path>
            </a:pathLst>
          </a:cu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0325119A-EF3C-2604-DEEE-E9A2D36AA983}"/>
              </a:ext>
            </a:extLst>
          </p:cNvPr>
          <p:cNvSpPr/>
          <p:nvPr/>
        </p:nvSpPr>
        <p:spPr>
          <a:xfrm>
            <a:off x="5688040" y="2980284"/>
            <a:ext cx="7537" cy="4539"/>
          </a:xfrm>
          <a:custGeom>
            <a:avLst/>
            <a:gdLst>
              <a:gd name="csX0" fmla="*/ 921 w 7537"/>
              <a:gd name="csY0" fmla="*/ 452 h 4539"/>
              <a:gd name="csX1" fmla="*/ 7537 w 7537"/>
              <a:gd name="csY1" fmla="*/ 4539 h 4539"/>
              <a:gd name="csX2" fmla="*/ 1583 w 7537"/>
              <a:gd name="csY2" fmla="*/ 1123 h 4539"/>
              <a:gd name="csX3" fmla="*/ 921 w 7537"/>
              <a:gd name="csY3" fmla="*/ 452 h 453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7537" h="4539">
                <a:moveTo>
                  <a:pt x="921" y="452"/>
                </a:moveTo>
                <a:lnTo>
                  <a:pt x="7537" y="4539"/>
                </a:lnTo>
                <a:lnTo>
                  <a:pt x="1583" y="1123"/>
                </a:lnTo>
                <a:cubicBezTo>
                  <a:pt x="-103" y="46"/>
                  <a:pt x="-624" y="-411"/>
                  <a:pt x="921" y="452"/>
                </a:cubicBezTo>
                <a:close/>
              </a:path>
            </a:pathLst>
          </a:cu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44DEE871-B929-FECF-0948-53965C4ECAE5}"/>
              </a:ext>
            </a:extLst>
          </p:cNvPr>
          <p:cNvSpPr/>
          <p:nvPr/>
        </p:nvSpPr>
        <p:spPr>
          <a:xfrm>
            <a:off x="8242909" y="778663"/>
            <a:ext cx="17509" cy="1688"/>
          </a:xfrm>
          <a:custGeom>
            <a:avLst/>
            <a:gdLst>
              <a:gd name="csX0" fmla="*/ 16421 w 17509"/>
              <a:gd name="csY0" fmla="*/ 37 h 1688"/>
              <a:gd name="csX1" fmla="*/ 7566 w 17509"/>
              <a:gd name="csY1" fmla="*/ 1063 h 1688"/>
              <a:gd name="csX2" fmla="*/ 0 w 17509"/>
              <a:gd name="csY2" fmla="*/ 1688 h 1688"/>
              <a:gd name="csX3" fmla="*/ 16421 w 17509"/>
              <a:gd name="csY3" fmla="*/ 37 h 16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7509" h="1688">
                <a:moveTo>
                  <a:pt x="16421" y="37"/>
                </a:moveTo>
                <a:cubicBezTo>
                  <a:pt x="19024" y="-114"/>
                  <a:pt x="17290" y="194"/>
                  <a:pt x="7566" y="1063"/>
                </a:cubicBezTo>
                <a:lnTo>
                  <a:pt x="0" y="1688"/>
                </a:lnTo>
                <a:lnTo>
                  <a:pt x="16421" y="37"/>
                </a:lnTo>
                <a:close/>
              </a:path>
            </a:pathLst>
          </a:cu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8BC4A02D-D25A-8129-737C-559717D44FE9}"/>
              </a:ext>
            </a:extLst>
          </p:cNvPr>
          <p:cNvSpPr/>
          <p:nvPr/>
        </p:nvSpPr>
        <p:spPr>
          <a:xfrm>
            <a:off x="6889905" y="1301769"/>
            <a:ext cx="44731" cy="58697"/>
          </a:xfrm>
          <a:custGeom>
            <a:avLst/>
            <a:gdLst>
              <a:gd name="csX0" fmla="*/ 44731 w 44731"/>
              <a:gd name="csY0" fmla="*/ 0 h 58697"/>
              <a:gd name="csX1" fmla="*/ 29055 w 44731"/>
              <a:gd name="csY1" fmla="*/ 39352 h 58697"/>
              <a:gd name="csX2" fmla="*/ 7720 w 44731"/>
              <a:gd name="csY2" fmla="*/ 53524 h 58697"/>
              <a:gd name="csX3" fmla="*/ 1597 w 44731"/>
              <a:gd name="csY3" fmla="*/ 58697 h 58697"/>
              <a:gd name="csX4" fmla="*/ 0 w 44731"/>
              <a:gd name="csY4" fmla="*/ 58640 h 58697"/>
              <a:gd name="csX5" fmla="*/ 8316 w 44731"/>
              <a:gd name="csY5" fmla="*/ 43589 h 58697"/>
              <a:gd name="csX6" fmla="*/ 42344 w 44731"/>
              <a:gd name="csY6" fmla="*/ 1674 h 58697"/>
              <a:gd name="csX7" fmla="*/ 44731 w 44731"/>
              <a:gd name="csY7" fmla="*/ 0 h 5869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44731" h="58697">
                <a:moveTo>
                  <a:pt x="44731" y="0"/>
                </a:moveTo>
                <a:lnTo>
                  <a:pt x="29055" y="39352"/>
                </a:lnTo>
                <a:cubicBezTo>
                  <a:pt x="22282" y="44432"/>
                  <a:pt x="14832" y="48800"/>
                  <a:pt x="7720" y="53524"/>
                </a:cubicBezTo>
                <a:lnTo>
                  <a:pt x="1597" y="58697"/>
                </a:lnTo>
                <a:lnTo>
                  <a:pt x="0" y="58640"/>
                </a:lnTo>
                <a:lnTo>
                  <a:pt x="8316" y="43589"/>
                </a:lnTo>
                <a:cubicBezTo>
                  <a:pt x="18031" y="28535"/>
                  <a:pt x="29051" y="14399"/>
                  <a:pt x="42344" y="1674"/>
                </a:cubicBezTo>
                <a:lnTo>
                  <a:pt x="44731" y="0"/>
                </a:lnTo>
                <a:close/>
              </a:path>
            </a:pathLst>
          </a:cu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2FABF2C9-0685-7B5D-2D40-38A80AF26828}"/>
              </a:ext>
            </a:extLst>
          </p:cNvPr>
          <p:cNvSpPr/>
          <p:nvPr/>
        </p:nvSpPr>
        <p:spPr>
          <a:xfrm>
            <a:off x="6312960" y="2075254"/>
            <a:ext cx="142170" cy="139626"/>
          </a:xfrm>
          <a:custGeom>
            <a:avLst/>
            <a:gdLst>
              <a:gd name="csX0" fmla="*/ 0 w 142170"/>
              <a:gd name="csY0" fmla="*/ 0 h 139626"/>
              <a:gd name="csX1" fmla="*/ 105288 w 142170"/>
              <a:gd name="csY1" fmla="*/ 76458 h 139626"/>
              <a:gd name="csX2" fmla="*/ 142170 w 142170"/>
              <a:gd name="csY2" fmla="*/ 115485 h 139626"/>
              <a:gd name="csX3" fmla="*/ 118320 w 142170"/>
              <a:gd name="csY3" fmla="*/ 139626 h 139626"/>
              <a:gd name="csX4" fmla="*/ 434 w 142170"/>
              <a:gd name="csY4" fmla="*/ 16275 h 139626"/>
              <a:gd name="csX5" fmla="*/ 0 w 142170"/>
              <a:gd name="csY5" fmla="*/ 15751 h 139626"/>
              <a:gd name="csX6" fmla="*/ 0 w 142170"/>
              <a:gd name="csY6" fmla="*/ 0 h 13962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142170" h="139626">
                <a:moveTo>
                  <a:pt x="0" y="0"/>
                </a:moveTo>
                <a:lnTo>
                  <a:pt x="105288" y="76458"/>
                </a:lnTo>
                <a:lnTo>
                  <a:pt x="142170" y="115485"/>
                </a:lnTo>
                <a:lnTo>
                  <a:pt x="118320" y="139626"/>
                </a:lnTo>
                <a:cubicBezTo>
                  <a:pt x="92920" y="109993"/>
                  <a:pt x="30466" y="49736"/>
                  <a:pt x="434" y="16275"/>
                </a:cubicBezTo>
                <a:lnTo>
                  <a:pt x="0" y="15751"/>
                </a:lnTo>
                <a:lnTo>
                  <a:pt x="0" y="0"/>
                </a:lnTo>
                <a:close/>
              </a:path>
            </a:pathLst>
          </a:cu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75B990B9-0727-8135-C478-BAC8ED6D16A9}"/>
              </a:ext>
            </a:extLst>
          </p:cNvPr>
          <p:cNvSpPr/>
          <p:nvPr/>
        </p:nvSpPr>
        <p:spPr>
          <a:xfrm>
            <a:off x="8696919" y="2733012"/>
            <a:ext cx="33718" cy="50829"/>
          </a:xfrm>
          <a:custGeom>
            <a:avLst/>
            <a:gdLst>
              <a:gd name="csX0" fmla="*/ 50 w 33718"/>
              <a:gd name="csY0" fmla="*/ 133 h 50829"/>
              <a:gd name="csX1" fmla="*/ 18011 w 33718"/>
              <a:gd name="csY1" fmla="*/ 26265 h 50829"/>
              <a:gd name="csX2" fmla="*/ 33718 w 33718"/>
              <a:gd name="csY2" fmla="*/ 48202 h 50829"/>
              <a:gd name="csX3" fmla="*/ 30521 w 33718"/>
              <a:gd name="csY3" fmla="*/ 50829 h 50829"/>
              <a:gd name="csX4" fmla="*/ 50 w 33718"/>
              <a:gd name="csY4" fmla="*/ 133 h 5082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3718" h="50829">
                <a:moveTo>
                  <a:pt x="50" y="133"/>
                </a:moveTo>
                <a:cubicBezTo>
                  <a:pt x="-679" y="-1363"/>
                  <a:pt x="6663" y="9946"/>
                  <a:pt x="18011" y="26265"/>
                </a:cubicBezTo>
                <a:lnTo>
                  <a:pt x="33718" y="48202"/>
                </a:lnTo>
                <a:lnTo>
                  <a:pt x="30521" y="50829"/>
                </a:lnTo>
                <a:cubicBezTo>
                  <a:pt x="9581" y="15930"/>
                  <a:pt x="780" y="1629"/>
                  <a:pt x="50" y="133"/>
                </a:cubicBezTo>
                <a:close/>
              </a:path>
            </a:pathLst>
          </a:cu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AB767118-9393-9525-B793-3F37EA1A2993}"/>
              </a:ext>
            </a:extLst>
          </p:cNvPr>
          <p:cNvSpPr/>
          <p:nvPr/>
        </p:nvSpPr>
        <p:spPr>
          <a:xfrm>
            <a:off x="6888449" y="1360408"/>
            <a:ext cx="3053" cy="2636"/>
          </a:xfrm>
          <a:custGeom>
            <a:avLst/>
            <a:gdLst>
              <a:gd name="csX0" fmla="*/ 1456 w 3053"/>
              <a:gd name="csY0" fmla="*/ 0 h 2636"/>
              <a:gd name="csX1" fmla="*/ 3053 w 3053"/>
              <a:gd name="csY1" fmla="*/ 57 h 2636"/>
              <a:gd name="csX2" fmla="*/ 0 w 3053"/>
              <a:gd name="csY2" fmla="*/ 2636 h 2636"/>
              <a:gd name="csX3" fmla="*/ 1456 w 3053"/>
              <a:gd name="csY3" fmla="*/ 0 h 263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3053" h="2636">
                <a:moveTo>
                  <a:pt x="1456" y="0"/>
                </a:moveTo>
                <a:lnTo>
                  <a:pt x="3053" y="57"/>
                </a:lnTo>
                <a:lnTo>
                  <a:pt x="0" y="2636"/>
                </a:lnTo>
                <a:lnTo>
                  <a:pt x="1456" y="0"/>
                </a:lnTo>
                <a:close/>
              </a:path>
            </a:pathLst>
          </a:cu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6CA8B394-EE8F-E94D-B71C-F28B06E94704}"/>
              </a:ext>
            </a:extLst>
          </p:cNvPr>
          <p:cNvSpPr/>
          <p:nvPr/>
        </p:nvSpPr>
        <p:spPr>
          <a:xfrm>
            <a:off x="6869584" y="1363044"/>
            <a:ext cx="18865" cy="34766"/>
          </a:xfrm>
          <a:custGeom>
            <a:avLst/>
            <a:gdLst>
              <a:gd name="csX0" fmla="*/ 18865 w 18865"/>
              <a:gd name="csY0" fmla="*/ 0 h 34766"/>
              <a:gd name="csX1" fmla="*/ 2438 w 18865"/>
              <a:gd name="csY1" fmla="*/ 29729 h 34766"/>
              <a:gd name="csX2" fmla="*/ 0 w 18865"/>
              <a:gd name="csY2" fmla="*/ 34766 h 34766"/>
              <a:gd name="csX3" fmla="*/ 8736 w 18865"/>
              <a:gd name="csY3" fmla="*/ 8556 h 34766"/>
              <a:gd name="csX4" fmla="*/ 18865 w 18865"/>
              <a:gd name="csY4" fmla="*/ 0 h 3476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8865" h="34766">
                <a:moveTo>
                  <a:pt x="18865" y="0"/>
                </a:moveTo>
                <a:lnTo>
                  <a:pt x="2438" y="29729"/>
                </a:lnTo>
                <a:lnTo>
                  <a:pt x="0" y="34766"/>
                </a:lnTo>
                <a:lnTo>
                  <a:pt x="8736" y="8556"/>
                </a:lnTo>
                <a:lnTo>
                  <a:pt x="18865" y="0"/>
                </a:lnTo>
                <a:close/>
              </a:path>
            </a:pathLst>
          </a:cu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910023E9-7BA3-7934-5739-39A0864A9CC0}"/>
              </a:ext>
            </a:extLst>
          </p:cNvPr>
          <p:cNvSpPr/>
          <p:nvPr/>
        </p:nvSpPr>
        <p:spPr>
          <a:xfrm>
            <a:off x="6847840" y="1397810"/>
            <a:ext cx="43046" cy="159892"/>
          </a:xfrm>
          <a:custGeom>
            <a:avLst/>
            <a:gdLst>
              <a:gd name="csX0" fmla="*/ 21744 w 43046"/>
              <a:gd name="csY0" fmla="*/ 0 h 159892"/>
              <a:gd name="csX1" fmla="*/ 20320 w 43046"/>
              <a:gd name="csY1" fmla="*/ 4270 h 159892"/>
              <a:gd name="csX2" fmla="*/ 40640 w 43046"/>
              <a:gd name="csY2" fmla="*/ 146510 h 159892"/>
              <a:gd name="csX3" fmla="*/ 43046 w 43046"/>
              <a:gd name="csY3" fmla="*/ 159892 h 159892"/>
              <a:gd name="csX4" fmla="*/ 21728 w 43046"/>
              <a:gd name="csY4" fmla="*/ 112884 h 159892"/>
              <a:gd name="csX5" fmla="*/ 0 w 43046"/>
              <a:gd name="csY5" fmla="*/ 44910 h 159892"/>
              <a:gd name="csX6" fmla="*/ 21744 w 43046"/>
              <a:gd name="csY6" fmla="*/ 0 h 15989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43046" h="159892">
                <a:moveTo>
                  <a:pt x="21744" y="0"/>
                </a:moveTo>
                <a:lnTo>
                  <a:pt x="20320" y="4270"/>
                </a:lnTo>
                <a:cubicBezTo>
                  <a:pt x="23132" y="52082"/>
                  <a:pt x="33867" y="99097"/>
                  <a:pt x="40640" y="146510"/>
                </a:cubicBezTo>
                <a:lnTo>
                  <a:pt x="43046" y="159892"/>
                </a:lnTo>
                <a:lnTo>
                  <a:pt x="21728" y="112884"/>
                </a:lnTo>
                <a:cubicBezTo>
                  <a:pt x="14486" y="90226"/>
                  <a:pt x="8467" y="66924"/>
                  <a:pt x="0" y="44910"/>
                </a:cubicBezTo>
                <a:lnTo>
                  <a:pt x="21744" y="0"/>
                </a:lnTo>
                <a:close/>
              </a:path>
            </a:pathLst>
          </a:cu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48067498-97BF-43EC-AA2E-B4245FF4EDB8}"/>
              </a:ext>
            </a:extLst>
          </p:cNvPr>
          <p:cNvSpPr/>
          <p:nvPr/>
        </p:nvSpPr>
        <p:spPr>
          <a:xfrm>
            <a:off x="6890886" y="1557703"/>
            <a:ext cx="71473" cy="48479"/>
          </a:xfrm>
          <a:custGeom>
            <a:avLst/>
            <a:gdLst>
              <a:gd name="csX0" fmla="*/ 0 w 71473"/>
              <a:gd name="csY0" fmla="*/ 0 h 48479"/>
              <a:gd name="csX1" fmla="*/ 7754 w 71473"/>
              <a:gd name="csY1" fmla="*/ 17098 h 48479"/>
              <a:gd name="csX2" fmla="*/ 17914 w 71473"/>
              <a:gd name="csY2" fmla="*/ 37418 h 48479"/>
              <a:gd name="csX3" fmla="*/ 408 w 71473"/>
              <a:gd name="csY3" fmla="*/ 2269 h 48479"/>
              <a:gd name="csX4" fmla="*/ 0 w 71473"/>
              <a:gd name="csY4" fmla="*/ 0 h 4847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71473" h="48479">
                <a:moveTo>
                  <a:pt x="0" y="0"/>
                </a:moveTo>
                <a:lnTo>
                  <a:pt x="7754" y="17098"/>
                </a:lnTo>
                <a:cubicBezTo>
                  <a:pt x="26025" y="43674"/>
                  <a:pt x="135180" y="60871"/>
                  <a:pt x="17914" y="37418"/>
                </a:cubicBezTo>
                <a:cubicBezTo>
                  <a:pt x="6426" y="20186"/>
                  <a:pt x="2192" y="9602"/>
                  <a:pt x="408" y="2269"/>
                </a:cubicBezTo>
                <a:lnTo>
                  <a:pt x="0" y="0"/>
                </a:lnTo>
                <a:close/>
              </a:path>
            </a:pathLst>
          </a:cu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A9674CE6-6A86-60A5-2D29-21CC008C71DD}"/>
              </a:ext>
            </a:extLst>
          </p:cNvPr>
          <p:cNvSpPr/>
          <p:nvPr/>
        </p:nvSpPr>
        <p:spPr>
          <a:xfrm>
            <a:off x="6296736" y="2067791"/>
            <a:ext cx="16224" cy="23214"/>
          </a:xfrm>
          <a:custGeom>
            <a:avLst/>
            <a:gdLst>
              <a:gd name="csX0" fmla="*/ 629 w 16224"/>
              <a:gd name="csY0" fmla="*/ 121 h 23214"/>
              <a:gd name="csX1" fmla="*/ 12624 w 16224"/>
              <a:gd name="csY1" fmla="*/ 4849 h 23214"/>
              <a:gd name="csX2" fmla="*/ 16224 w 16224"/>
              <a:gd name="csY2" fmla="*/ 7463 h 23214"/>
              <a:gd name="csX3" fmla="*/ 16224 w 16224"/>
              <a:gd name="csY3" fmla="*/ 23214 h 23214"/>
              <a:gd name="csX4" fmla="*/ 3085 w 16224"/>
              <a:gd name="csY4" fmla="*/ 7336 h 23214"/>
              <a:gd name="csX5" fmla="*/ 629 w 16224"/>
              <a:gd name="csY5" fmla="*/ 121 h 2321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16224" h="23214">
                <a:moveTo>
                  <a:pt x="629" y="121"/>
                </a:moveTo>
                <a:cubicBezTo>
                  <a:pt x="2033" y="-447"/>
                  <a:pt x="5846" y="976"/>
                  <a:pt x="12624" y="4849"/>
                </a:cubicBezTo>
                <a:lnTo>
                  <a:pt x="16224" y="7463"/>
                </a:lnTo>
                <a:lnTo>
                  <a:pt x="16224" y="23214"/>
                </a:lnTo>
                <a:lnTo>
                  <a:pt x="3085" y="7336"/>
                </a:lnTo>
                <a:cubicBezTo>
                  <a:pt x="228" y="3247"/>
                  <a:pt x="-776" y="689"/>
                  <a:pt x="629" y="121"/>
                </a:cubicBezTo>
                <a:close/>
              </a:path>
            </a:pathLst>
          </a:cu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  <p:sp>
        <p:nvSpPr>
          <p:cNvPr id="36" name="Isosceles Triangle 35">
            <a:extLst>
              <a:ext uri="{FF2B5EF4-FFF2-40B4-BE49-F238E27FC236}">
                <a16:creationId xmlns:a16="http://schemas.microsoft.com/office/drawing/2014/main" id="{2E48E25D-EA45-EA39-C660-E246789C0422}"/>
              </a:ext>
            </a:extLst>
          </p:cNvPr>
          <p:cNvSpPr/>
          <p:nvPr/>
        </p:nvSpPr>
        <p:spPr>
          <a:xfrm rot="19668219">
            <a:off x="6580003" y="530185"/>
            <a:ext cx="237228" cy="784561"/>
          </a:xfrm>
          <a:prstGeom prst="triangle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rgbClr val="00B0F0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7" name="Isosceles Triangle 36">
            <a:extLst>
              <a:ext uri="{FF2B5EF4-FFF2-40B4-BE49-F238E27FC236}">
                <a16:creationId xmlns:a16="http://schemas.microsoft.com/office/drawing/2014/main" id="{B144407F-2633-1DBA-487A-3DD9126D5C30}"/>
              </a:ext>
            </a:extLst>
          </p:cNvPr>
          <p:cNvSpPr/>
          <p:nvPr/>
        </p:nvSpPr>
        <p:spPr>
          <a:xfrm rot="1170125">
            <a:off x="9769098" y="1506381"/>
            <a:ext cx="237228" cy="784561"/>
          </a:xfrm>
          <a:prstGeom prst="triangle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rgbClr val="002060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8" name="Isosceles Triangle 37">
            <a:extLst>
              <a:ext uri="{FF2B5EF4-FFF2-40B4-BE49-F238E27FC236}">
                <a16:creationId xmlns:a16="http://schemas.microsoft.com/office/drawing/2014/main" id="{24224471-446D-2C69-5592-7F5FCF8D5BA4}"/>
              </a:ext>
            </a:extLst>
          </p:cNvPr>
          <p:cNvSpPr/>
          <p:nvPr/>
        </p:nvSpPr>
        <p:spPr>
          <a:xfrm rot="7154728">
            <a:off x="2499547" y="5153447"/>
            <a:ext cx="237228" cy="784561"/>
          </a:xfrm>
          <a:prstGeom prst="triangle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rgbClr val="FFC000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4127F36-942E-2A8A-51B2-3D40982099C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088757">
            <a:off x="1161235" y="3005502"/>
            <a:ext cx="9869529" cy="11409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7097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170B1A3-5D21-4E64-5D47-D616452691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F608F46-C17E-D35E-ADD2-7A228D472D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F48A800-3E0D-9D4D-53A3-86AFD4CF8A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914400"/>
            <a:ext cx="6239599" cy="1307590"/>
          </a:xfrm>
        </p:spPr>
        <p:txBody>
          <a:bodyPr>
            <a:normAutofit fontScale="90000"/>
          </a:bodyPr>
          <a:lstStyle/>
          <a:p>
            <a:r>
              <a:rPr lang="en-IN" dirty="0"/>
              <a:t>Match and change</a:t>
            </a:r>
            <a:br>
              <a:rPr lang="en-IN" dirty="0"/>
            </a:br>
            <a:r>
              <a:rPr lang="en-IN" dirty="0"/>
              <a:t>in intent</a:t>
            </a:r>
            <a:endParaRPr lang="en-IN" dirty="0">
              <a:latin typeface="Milker" pitchFamily="50" charset="0"/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E6ADC45-3BCD-798D-6FE1-2F656FBB9E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4672" y="722376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21C7FD62-86D0-E61F-5F7A-3F84777B699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8451" r="41229"/>
          <a:stretch>
            <a:fillRect/>
          </a:stretch>
        </p:blipFill>
        <p:spPr>
          <a:xfrm>
            <a:off x="7583424" y="0"/>
            <a:ext cx="4608576" cy="6857990"/>
          </a:xfrm>
          <a:prstGeom prst="rect">
            <a:avLst/>
          </a:prstGeom>
        </p:spPr>
      </p:pic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FCC049E8-B93F-8586-A4DF-B443D6257ED2}"/>
              </a:ext>
            </a:extLst>
          </p:cNvPr>
          <p:cNvSpPr/>
          <p:nvPr/>
        </p:nvSpPr>
        <p:spPr>
          <a:xfrm>
            <a:off x="5841822" y="2413000"/>
            <a:ext cx="458992" cy="1735667"/>
          </a:xfrm>
          <a:custGeom>
            <a:avLst/>
            <a:gdLst>
              <a:gd name="csX0" fmla="*/ 279578 w 458992"/>
              <a:gd name="csY0" fmla="*/ 0 h 1735667"/>
              <a:gd name="csX1" fmla="*/ 127178 w 458992"/>
              <a:gd name="csY1" fmla="*/ 220133 h 1735667"/>
              <a:gd name="csX2" fmla="*/ 296511 w 458992"/>
              <a:gd name="csY2" fmla="*/ 516467 h 1735667"/>
              <a:gd name="csX3" fmla="*/ 296511 w 458992"/>
              <a:gd name="csY3" fmla="*/ 584200 h 1735667"/>
              <a:gd name="csX4" fmla="*/ 254178 w 458992"/>
              <a:gd name="csY4" fmla="*/ 668867 h 1735667"/>
              <a:gd name="csX5" fmla="*/ 228778 w 458992"/>
              <a:gd name="csY5" fmla="*/ 770467 h 1735667"/>
              <a:gd name="csX6" fmla="*/ 262645 w 458992"/>
              <a:gd name="csY6" fmla="*/ 948267 h 1735667"/>
              <a:gd name="csX7" fmla="*/ 457378 w 458992"/>
              <a:gd name="csY7" fmla="*/ 1126067 h 1735667"/>
              <a:gd name="csX8" fmla="*/ 347311 w 458992"/>
              <a:gd name="csY8" fmla="*/ 1193800 h 1735667"/>
              <a:gd name="csX9" fmla="*/ 203378 w 458992"/>
              <a:gd name="csY9" fmla="*/ 1337733 h 1735667"/>
              <a:gd name="csX10" fmla="*/ 84845 w 458992"/>
              <a:gd name="csY10" fmla="*/ 1397000 h 1735667"/>
              <a:gd name="csX11" fmla="*/ 76378 w 458992"/>
              <a:gd name="csY11" fmla="*/ 1473200 h 1735667"/>
              <a:gd name="csX12" fmla="*/ 178 w 458992"/>
              <a:gd name="csY12" fmla="*/ 1625600 h 1735667"/>
              <a:gd name="csX13" fmla="*/ 59445 w 458992"/>
              <a:gd name="csY13" fmla="*/ 1735667 h 173566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</a:cxnLst>
            <a:rect l="l" t="t" r="r" b="b"/>
            <a:pathLst>
              <a:path w="458992" h="1735667">
                <a:moveTo>
                  <a:pt x="279578" y="0"/>
                </a:moveTo>
                <a:cubicBezTo>
                  <a:pt x="201967" y="67027"/>
                  <a:pt x="124356" y="134055"/>
                  <a:pt x="127178" y="220133"/>
                </a:cubicBezTo>
                <a:cubicBezTo>
                  <a:pt x="130000" y="306211"/>
                  <a:pt x="268289" y="455789"/>
                  <a:pt x="296511" y="516467"/>
                </a:cubicBezTo>
                <a:cubicBezTo>
                  <a:pt x="324733" y="577145"/>
                  <a:pt x="303566" y="558800"/>
                  <a:pt x="296511" y="584200"/>
                </a:cubicBezTo>
                <a:cubicBezTo>
                  <a:pt x="289456" y="609600"/>
                  <a:pt x="265467" y="637823"/>
                  <a:pt x="254178" y="668867"/>
                </a:cubicBezTo>
                <a:cubicBezTo>
                  <a:pt x="242889" y="699911"/>
                  <a:pt x="227367" y="723900"/>
                  <a:pt x="228778" y="770467"/>
                </a:cubicBezTo>
                <a:cubicBezTo>
                  <a:pt x="230189" y="817034"/>
                  <a:pt x="224545" y="889000"/>
                  <a:pt x="262645" y="948267"/>
                </a:cubicBezTo>
                <a:cubicBezTo>
                  <a:pt x="300745" y="1007534"/>
                  <a:pt x="443267" y="1085145"/>
                  <a:pt x="457378" y="1126067"/>
                </a:cubicBezTo>
                <a:cubicBezTo>
                  <a:pt x="471489" y="1166989"/>
                  <a:pt x="389644" y="1158522"/>
                  <a:pt x="347311" y="1193800"/>
                </a:cubicBezTo>
                <a:cubicBezTo>
                  <a:pt x="304978" y="1229078"/>
                  <a:pt x="247122" y="1303866"/>
                  <a:pt x="203378" y="1337733"/>
                </a:cubicBezTo>
                <a:cubicBezTo>
                  <a:pt x="159634" y="1371600"/>
                  <a:pt x="106012" y="1374422"/>
                  <a:pt x="84845" y="1397000"/>
                </a:cubicBezTo>
                <a:cubicBezTo>
                  <a:pt x="63678" y="1419578"/>
                  <a:pt x="90489" y="1435100"/>
                  <a:pt x="76378" y="1473200"/>
                </a:cubicBezTo>
                <a:cubicBezTo>
                  <a:pt x="62267" y="1511300"/>
                  <a:pt x="3000" y="1581856"/>
                  <a:pt x="178" y="1625600"/>
                </a:cubicBezTo>
                <a:cubicBezTo>
                  <a:pt x="-2644" y="1669344"/>
                  <a:pt x="28400" y="1702505"/>
                  <a:pt x="59445" y="1735667"/>
                </a:cubicBezTo>
              </a:path>
            </a:pathLst>
          </a:custGeom>
          <a:noFill/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907C00DF-8667-17E9-ABF9-FFC2ACAF7093}"/>
              </a:ext>
            </a:extLst>
          </p:cNvPr>
          <p:cNvSpPr/>
          <p:nvPr/>
        </p:nvSpPr>
        <p:spPr>
          <a:xfrm>
            <a:off x="5384800" y="2915920"/>
            <a:ext cx="561218" cy="1198880"/>
          </a:xfrm>
          <a:custGeom>
            <a:avLst/>
            <a:gdLst>
              <a:gd name="csX0" fmla="*/ 0 w 561218"/>
              <a:gd name="csY0" fmla="*/ 0 h 1198880"/>
              <a:gd name="csX1" fmla="*/ 0 w 561218"/>
              <a:gd name="csY1" fmla="*/ 0 h 1198880"/>
              <a:gd name="csX2" fmla="*/ 193040 w 561218"/>
              <a:gd name="csY2" fmla="*/ 132080 h 1198880"/>
              <a:gd name="csX3" fmla="*/ 457200 w 561218"/>
              <a:gd name="csY3" fmla="*/ 589280 h 1198880"/>
              <a:gd name="csX4" fmla="*/ 558800 w 561218"/>
              <a:gd name="csY4" fmla="*/ 487680 h 1198880"/>
              <a:gd name="csX5" fmla="*/ 548640 w 561218"/>
              <a:gd name="csY5" fmla="*/ 518160 h 1198880"/>
              <a:gd name="csX6" fmla="*/ 508000 w 561218"/>
              <a:gd name="csY6" fmla="*/ 711200 h 1198880"/>
              <a:gd name="csX7" fmla="*/ 457200 w 561218"/>
              <a:gd name="csY7" fmla="*/ 721360 h 1198880"/>
              <a:gd name="csX8" fmla="*/ 477520 w 561218"/>
              <a:gd name="csY8" fmla="*/ 609600 h 1198880"/>
              <a:gd name="csX9" fmla="*/ 375920 w 561218"/>
              <a:gd name="csY9" fmla="*/ 701040 h 1198880"/>
              <a:gd name="csX10" fmla="*/ 203200 w 561218"/>
              <a:gd name="csY10" fmla="*/ 843280 h 1198880"/>
              <a:gd name="csX11" fmla="*/ 213360 w 561218"/>
              <a:gd name="csY11" fmla="*/ 894080 h 1198880"/>
              <a:gd name="csX12" fmla="*/ 243840 w 561218"/>
              <a:gd name="csY12" fmla="*/ 914400 h 1198880"/>
              <a:gd name="csX13" fmla="*/ 284480 w 561218"/>
              <a:gd name="csY13" fmla="*/ 975360 h 1198880"/>
              <a:gd name="csX14" fmla="*/ 304800 w 561218"/>
              <a:gd name="csY14" fmla="*/ 1046480 h 1198880"/>
              <a:gd name="csX15" fmla="*/ 264160 w 561218"/>
              <a:gd name="csY15" fmla="*/ 1158240 h 1198880"/>
              <a:gd name="csX16" fmla="*/ 264160 w 561218"/>
              <a:gd name="csY16" fmla="*/ 1198880 h 119888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561218" h="1198880">
                <a:moveTo>
                  <a:pt x="0" y="0"/>
                </a:moveTo>
                <a:lnTo>
                  <a:pt x="0" y="0"/>
                </a:lnTo>
                <a:cubicBezTo>
                  <a:pt x="64347" y="44027"/>
                  <a:pt x="140530" y="74447"/>
                  <a:pt x="193040" y="132080"/>
                </a:cubicBezTo>
                <a:cubicBezTo>
                  <a:pt x="401257" y="360611"/>
                  <a:pt x="392384" y="378627"/>
                  <a:pt x="457200" y="589280"/>
                </a:cubicBezTo>
                <a:cubicBezTo>
                  <a:pt x="491067" y="555413"/>
                  <a:pt x="520994" y="517085"/>
                  <a:pt x="558800" y="487680"/>
                </a:cubicBezTo>
                <a:cubicBezTo>
                  <a:pt x="567254" y="481105"/>
                  <a:pt x="551013" y="507717"/>
                  <a:pt x="548640" y="518160"/>
                </a:cubicBezTo>
                <a:cubicBezTo>
                  <a:pt x="534067" y="582282"/>
                  <a:pt x="534984" y="651235"/>
                  <a:pt x="508000" y="711200"/>
                </a:cubicBezTo>
                <a:cubicBezTo>
                  <a:pt x="500914" y="726948"/>
                  <a:pt x="474133" y="717973"/>
                  <a:pt x="457200" y="721360"/>
                </a:cubicBezTo>
                <a:cubicBezTo>
                  <a:pt x="463973" y="684107"/>
                  <a:pt x="514254" y="618783"/>
                  <a:pt x="477520" y="609600"/>
                </a:cubicBezTo>
                <a:cubicBezTo>
                  <a:pt x="433317" y="598549"/>
                  <a:pt x="410604" y="671494"/>
                  <a:pt x="375920" y="701040"/>
                </a:cubicBezTo>
                <a:cubicBezTo>
                  <a:pt x="319144" y="749405"/>
                  <a:pt x="203200" y="843280"/>
                  <a:pt x="203200" y="843280"/>
                </a:cubicBezTo>
                <a:cubicBezTo>
                  <a:pt x="206587" y="860213"/>
                  <a:pt x="204792" y="879087"/>
                  <a:pt x="213360" y="894080"/>
                </a:cubicBezTo>
                <a:cubicBezTo>
                  <a:pt x="219418" y="904682"/>
                  <a:pt x="235799" y="905210"/>
                  <a:pt x="243840" y="914400"/>
                </a:cubicBezTo>
                <a:cubicBezTo>
                  <a:pt x="259922" y="932779"/>
                  <a:pt x="270933" y="955040"/>
                  <a:pt x="284480" y="975360"/>
                </a:cubicBezTo>
                <a:cubicBezTo>
                  <a:pt x="291253" y="999067"/>
                  <a:pt x="304800" y="1021825"/>
                  <a:pt x="304800" y="1046480"/>
                </a:cubicBezTo>
                <a:cubicBezTo>
                  <a:pt x="304800" y="1136295"/>
                  <a:pt x="280468" y="1093009"/>
                  <a:pt x="264160" y="1158240"/>
                </a:cubicBezTo>
                <a:cubicBezTo>
                  <a:pt x="260874" y="1171382"/>
                  <a:pt x="264160" y="1185333"/>
                  <a:pt x="264160" y="1198880"/>
                </a:cubicBezTo>
              </a:path>
            </a:pathLst>
          </a:custGeom>
          <a:noFill/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4DB6CED5-76D1-D40C-520A-CA6D0BAEE467}"/>
              </a:ext>
            </a:extLst>
          </p:cNvPr>
          <p:cNvSpPr/>
          <p:nvPr/>
        </p:nvSpPr>
        <p:spPr>
          <a:xfrm>
            <a:off x="10237893" y="2468100"/>
            <a:ext cx="24395" cy="4601"/>
          </a:xfrm>
          <a:custGeom>
            <a:avLst/>
            <a:gdLst>
              <a:gd name="csX0" fmla="*/ 1841 w 24395"/>
              <a:gd name="csY0" fmla="*/ 278 h 4601"/>
              <a:gd name="csX1" fmla="*/ 16169 w 24395"/>
              <a:gd name="csY1" fmla="*/ 2955 h 4601"/>
              <a:gd name="csX2" fmla="*/ 24395 w 24395"/>
              <a:gd name="csY2" fmla="*/ 4601 h 4601"/>
              <a:gd name="csX3" fmla="*/ 3388 w 24395"/>
              <a:gd name="csY3" fmla="*/ 780 h 4601"/>
              <a:gd name="csX4" fmla="*/ 1841 w 24395"/>
              <a:gd name="csY4" fmla="*/ 278 h 460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24395" h="4601">
                <a:moveTo>
                  <a:pt x="1841" y="278"/>
                </a:moveTo>
                <a:cubicBezTo>
                  <a:pt x="4502" y="736"/>
                  <a:pt x="9810" y="1724"/>
                  <a:pt x="16169" y="2955"/>
                </a:cubicBezTo>
                <a:lnTo>
                  <a:pt x="24395" y="4601"/>
                </a:lnTo>
                <a:lnTo>
                  <a:pt x="3388" y="780"/>
                </a:lnTo>
                <a:cubicBezTo>
                  <a:pt x="-836" y="-110"/>
                  <a:pt x="-821" y="-181"/>
                  <a:pt x="1841" y="278"/>
                </a:cubicBezTo>
                <a:close/>
              </a:path>
            </a:pathLst>
          </a:cu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4A094E9D-DE0F-3423-6D46-88EAEADC6D0E}"/>
              </a:ext>
            </a:extLst>
          </p:cNvPr>
          <p:cNvSpPr/>
          <p:nvPr/>
        </p:nvSpPr>
        <p:spPr>
          <a:xfrm>
            <a:off x="5688040" y="2980284"/>
            <a:ext cx="7537" cy="4539"/>
          </a:xfrm>
          <a:custGeom>
            <a:avLst/>
            <a:gdLst>
              <a:gd name="csX0" fmla="*/ 921 w 7537"/>
              <a:gd name="csY0" fmla="*/ 452 h 4539"/>
              <a:gd name="csX1" fmla="*/ 7537 w 7537"/>
              <a:gd name="csY1" fmla="*/ 4539 h 4539"/>
              <a:gd name="csX2" fmla="*/ 1583 w 7537"/>
              <a:gd name="csY2" fmla="*/ 1123 h 4539"/>
              <a:gd name="csX3" fmla="*/ 921 w 7537"/>
              <a:gd name="csY3" fmla="*/ 452 h 453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7537" h="4539">
                <a:moveTo>
                  <a:pt x="921" y="452"/>
                </a:moveTo>
                <a:lnTo>
                  <a:pt x="7537" y="4539"/>
                </a:lnTo>
                <a:lnTo>
                  <a:pt x="1583" y="1123"/>
                </a:lnTo>
                <a:cubicBezTo>
                  <a:pt x="-103" y="46"/>
                  <a:pt x="-624" y="-411"/>
                  <a:pt x="921" y="452"/>
                </a:cubicBezTo>
                <a:close/>
              </a:path>
            </a:pathLst>
          </a:cu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B903E5D6-DF94-1C3E-B4D5-62C5573FC889}"/>
              </a:ext>
            </a:extLst>
          </p:cNvPr>
          <p:cNvSpPr/>
          <p:nvPr/>
        </p:nvSpPr>
        <p:spPr>
          <a:xfrm>
            <a:off x="8242909" y="778663"/>
            <a:ext cx="17509" cy="1688"/>
          </a:xfrm>
          <a:custGeom>
            <a:avLst/>
            <a:gdLst>
              <a:gd name="csX0" fmla="*/ 16421 w 17509"/>
              <a:gd name="csY0" fmla="*/ 37 h 1688"/>
              <a:gd name="csX1" fmla="*/ 7566 w 17509"/>
              <a:gd name="csY1" fmla="*/ 1063 h 1688"/>
              <a:gd name="csX2" fmla="*/ 0 w 17509"/>
              <a:gd name="csY2" fmla="*/ 1688 h 1688"/>
              <a:gd name="csX3" fmla="*/ 16421 w 17509"/>
              <a:gd name="csY3" fmla="*/ 37 h 16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7509" h="1688">
                <a:moveTo>
                  <a:pt x="16421" y="37"/>
                </a:moveTo>
                <a:cubicBezTo>
                  <a:pt x="19024" y="-114"/>
                  <a:pt x="17290" y="194"/>
                  <a:pt x="7566" y="1063"/>
                </a:cubicBezTo>
                <a:lnTo>
                  <a:pt x="0" y="1688"/>
                </a:lnTo>
                <a:lnTo>
                  <a:pt x="16421" y="37"/>
                </a:lnTo>
                <a:close/>
              </a:path>
            </a:pathLst>
          </a:cu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9D866308-66E5-8B34-67CE-4A6C1739E8A3}"/>
              </a:ext>
            </a:extLst>
          </p:cNvPr>
          <p:cNvSpPr/>
          <p:nvPr/>
        </p:nvSpPr>
        <p:spPr>
          <a:xfrm>
            <a:off x="6889905" y="1301769"/>
            <a:ext cx="44731" cy="58697"/>
          </a:xfrm>
          <a:custGeom>
            <a:avLst/>
            <a:gdLst>
              <a:gd name="csX0" fmla="*/ 44731 w 44731"/>
              <a:gd name="csY0" fmla="*/ 0 h 58697"/>
              <a:gd name="csX1" fmla="*/ 29055 w 44731"/>
              <a:gd name="csY1" fmla="*/ 39352 h 58697"/>
              <a:gd name="csX2" fmla="*/ 7720 w 44731"/>
              <a:gd name="csY2" fmla="*/ 53524 h 58697"/>
              <a:gd name="csX3" fmla="*/ 1597 w 44731"/>
              <a:gd name="csY3" fmla="*/ 58697 h 58697"/>
              <a:gd name="csX4" fmla="*/ 0 w 44731"/>
              <a:gd name="csY4" fmla="*/ 58640 h 58697"/>
              <a:gd name="csX5" fmla="*/ 8316 w 44731"/>
              <a:gd name="csY5" fmla="*/ 43589 h 58697"/>
              <a:gd name="csX6" fmla="*/ 42344 w 44731"/>
              <a:gd name="csY6" fmla="*/ 1674 h 58697"/>
              <a:gd name="csX7" fmla="*/ 44731 w 44731"/>
              <a:gd name="csY7" fmla="*/ 0 h 5869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44731" h="58697">
                <a:moveTo>
                  <a:pt x="44731" y="0"/>
                </a:moveTo>
                <a:lnTo>
                  <a:pt x="29055" y="39352"/>
                </a:lnTo>
                <a:cubicBezTo>
                  <a:pt x="22282" y="44432"/>
                  <a:pt x="14832" y="48800"/>
                  <a:pt x="7720" y="53524"/>
                </a:cubicBezTo>
                <a:lnTo>
                  <a:pt x="1597" y="58697"/>
                </a:lnTo>
                <a:lnTo>
                  <a:pt x="0" y="58640"/>
                </a:lnTo>
                <a:lnTo>
                  <a:pt x="8316" y="43589"/>
                </a:lnTo>
                <a:cubicBezTo>
                  <a:pt x="18031" y="28535"/>
                  <a:pt x="29051" y="14399"/>
                  <a:pt x="42344" y="1674"/>
                </a:cubicBezTo>
                <a:lnTo>
                  <a:pt x="44731" y="0"/>
                </a:lnTo>
                <a:close/>
              </a:path>
            </a:pathLst>
          </a:cu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FFC8ADAF-2C43-8D1C-B4D0-2398500A3EC7}"/>
              </a:ext>
            </a:extLst>
          </p:cNvPr>
          <p:cNvSpPr/>
          <p:nvPr/>
        </p:nvSpPr>
        <p:spPr>
          <a:xfrm>
            <a:off x="6312960" y="2075254"/>
            <a:ext cx="142170" cy="139626"/>
          </a:xfrm>
          <a:custGeom>
            <a:avLst/>
            <a:gdLst>
              <a:gd name="csX0" fmla="*/ 0 w 142170"/>
              <a:gd name="csY0" fmla="*/ 0 h 139626"/>
              <a:gd name="csX1" fmla="*/ 105288 w 142170"/>
              <a:gd name="csY1" fmla="*/ 76458 h 139626"/>
              <a:gd name="csX2" fmla="*/ 142170 w 142170"/>
              <a:gd name="csY2" fmla="*/ 115485 h 139626"/>
              <a:gd name="csX3" fmla="*/ 118320 w 142170"/>
              <a:gd name="csY3" fmla="*/ 139626 h 139626"/>
              <a:gd name="csX4" fmla="*/ 434 w 142170"/>
              <a:gd name="csY4" fmla="*/ 16275 h 139626"/>
              <a:gd name="csX5" fmla="*/ 0 w 142170"/>
              <a:gd name="csY5" fmla="*/ 15751 h 139626"/>
              <a:gd name="csX6" fmla="*/ 0 w 142170"/>
              <a:gd name="csY6" fmla="*/ 0 h 13962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142170" h="139626">
                <a:moveTo>
                  <a:pt x="0" y="0"/>
                </a:moveTo>
                <a:lnTo>
                  <a:pt x="105288" y="76458"/>
                </a:lnTo>
                <a:lnTo>
                  <a:pt x="142170" y="115485"/>
                </a:lnTo>
                <a:lnTo>
                  <a:pt x="118320" y="139626"/>
                </a:lnTo>
                <a:cubicBezTo>
                  <a:pt x="92920" y="109993"/>
                  <a:pt x="30466" y="49736"/>
                  <a:pt x="434" y="16275"/>
                </a:cubicBezTo>
                <a:lnTo>
                  <a:pt x="0" y="15751"/>
                </a:lnTo>
                <a:lnTo>
                  <a:pt x="0" y="0"/>
                </a:lnTo>
                <a:close/>
              </a:path>
            </a:pathLst>
          </a:cu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573278A5-0796-F197-F4FE-C3A1393FCA3A}"/>
              </a:ext>
            </a:extLst>
          </p:cNvPr>
          <p:cNvSpPr/>
          <p:nvPr/>
        </p:nvSpPr>
        <p:spPr>
          <a:xfrm>
            <a:off x="8696919" y="2733012"/>
            <a:ext cx="33718" cy="50829"/>
          </a:xfrm>
          <a:custGeom>
            <a:avLst/>
            <a:gdLst>
              <a:gd name="csX0" fmla="*/ 50 w 33718"/>
              <a:gd name="csY0" fmla="*/ 133 h 50829"/>
              <a:gd name="csX1" fmla="*/ 18011 w 33718"/>
              <a:gd name="csY1" fmla="*/ 26265 h 50829"/>
              <a:gd name="csX2" fmla="*/ 33718 w 33718"/>
              <a:gd name="csY2" fmla="*/ 48202 h 50829"/>
              <a:gd name="csX3" fmla="*/ 30521 w 33718"/>
              <a:gd name="csY3" fmla="*/ 50829 h 50829"/>
              <a:gd name="csX4" fmla="*/ 50 w 33718"/>
              <a:gd name="csY4" fmla="*/ 133 h 5082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3718" h="50829">
                <a:moveTo>
                  <a:pt x="50" y="133"/>
                </a:moveTo>
                <a:cubicBezTo>
                  <a:pt x="-679" y="-1363"/>
                  <a:pt x="6663" y="9946"/>
                  <a:pt x="18011" y="26265"/>
                </a:cubicBezTo>
                <a:lnTo>
                  <a:pt x="33718" y="48202"/>
                </a:lnTo>
                <a:lnTo>
                  <a:pt x="30521" y="50829"/>
                </a:lnTo>
                <a:cubicBezTo>
                  <a:pt x="9581" y="15930"/>
                  <a:pt x="780" y="1629"/>
                  <a:pt x="50" y="133"/>
                </a:cubicBezTo>
                <a:close/>
              </a:path>
            </a:pathLst>
          </a:cu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EBDF4DC8-F8CD-CE62-EDD7-E5ED3687E263}"/>
              </a:ext>
            </a:extLst>
          </p:cNvPr>
          <p:cNvSpPr/>
          <p:nvPr/>
        </p:nvSpPr>
        <p:spPr>
          <a:xfrm>
            <a:off x="6888449" y="1360408"/>
            <a:ext cx="3053" cy="2636"/>
          </a:xfrm>
          <a:custGeom>
            <a:avLst/>
            <a:gdLst>
              <a:gd name="csX0" fmla="*/ 1456 w 3053"/>
              <a:gd name="csY0" fmla="*/ 0 h 2636"/>
              <a:gd name="csX1" fmla="*/ 3053 w 3053"/>
              <a:gd name="csY1" fmla="*/ 57 h 2636"/>
              <a:gd name="csX2" fmla="*/ 0 w 3053"/>
              <a:gd name="csY2" fmla="*/ 2636 h 2636"/>
              <a:gd name="csX3" fmla="*/ 1456 w 3053"/>
              <a:gd name="csY3" fmla="*/ 0 h 263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3053" h="2636">
                <a:moveTo>
                  <a:pt x="1456" y="0"/>
                </a:moveTo>
                <a:lnTo>
                  <a:pt x="3053" y="57"/>
                </a:lnTo>
                <a:lnTo>
                  <a:pt x="0" y="2636"/>
                </a:lnTo>
                <a:lnTo>
                  <a:pt x="1456" y="0"/>
                </a:lnTo>
                <a:close/>
              </a:path>
            </a:pathLst>
          </a:cu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AD877F91-F30E-1732-19BA-CB825B0EAE0B}"/>
              </a:ext>
            </a:extLst>
          </p:cNvPr>
          <p:cNvSpPr/>
          <p:nvPr/>
        </p:nvSpPr>
        <p:spPr>
          <a:xfrm>
            <a:off x="6869584" y="1363044"/>
            <a:ext cx="18865" cy="34766"/>
          </a:xfrm>
          <a:custGeom>
            <a:avLst/>
            <a:gdLst>
              <a:gd name="csX0" fmla="*/ 18865 w 18865"/>
              <a:gd name="csY0" fmla="*/ 0 h 34766"/>
              <a:gd name="csX1" fmla="*/ 2438 w 18865"/>
              <a:gd name="csY1" fmla="*/ 29729 h 34766"/>
              <a:gd name="csX2" fmla="*/ 0 w 18865"/>
              <a:gd name="csY2" fmla="*/ 34766 h 34766"/>
              <a:gd name="csX3" fmla="*/ 8736 w 18865"/>
              <a:gd name="csY3" fmla="*/ 8556 h 34766"/>
              <a:gd name="csX4" fmla="*/ 18865 w 18865"/>
              <a:gd name="csY4" fmla="*/ 0 h 3476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8865" h="34766">
                <a:moveTo>
                  <a:pt x="18865" y="0"/>
                </a:moveTo>
                <a:lnTo>
                  <a:pt x="2438" y="29729"/>
                </a:lnTo>
                <a:lnTo>
                  <a:pt x="0" y="34766"/>
                </a:lnTo>
                <a:lnTo>
                  <a:pt x="8736" y="8556"/>
                </a:lnTo>
                <a:lnTo>
                  <a:pt x="18865" y="0"/>
                </a:lnTo>
                <a:close/>
              </a:path>
            </a:pathLst>
          </a:cu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04845530-20D6-D2F4-D9D9-49AB3D1EBE68}"/>
              </a:ext>
            </a:extLst>
          </p:cNvPr>
          <p:cNvSpPr/>
          <p:nvPr/>
        </p:nvSpPr>
        <p:spPr>
          <a:xfrm>
            <a:off x="6847840" y="1397810"/>
            <a:ext cx="43046" cy="159892"/>
          </a:xfrm>
          <a:custGeom>
            <a:avLst/>
            <a:gdLst>
              <a:gd name="csX0" fmla="*/ 21744 w 43046"/>
              <a:gd name="csY0" fmla="*/ 0 h 159892"/>
              <a:gd name="csX1" fmla="*/ 20320 w 43046"/>
              <a:gd name="csY1" fmla="*/ 4270 h 159892"/>
              <a:gd name="csX2" fmla="*/ 40640 w 43046"/>
              <a:gd name="csY2" fmla="*/ 146510 h 159892"/>
              <a:gd name="csX3" fmla="*/ 43046 w 43046"/>
              <a:gd name="csY3" fmla="*/ 159892 h 159892"/>
              <a:gd name="csX4" fmla="*/ 21728 w 43046"/>
              <a:gd name="csY4" fmla="*/ 112884 h 159892"/>
              <a:gd name="csX5" fmla="*/ 0 w 43046"/>
              <a:gd name="csY5" fmla="*/ 44910 h 159892"/>
              <a:gd name="csX6" fmla="*/ 21744 w 43046"/>
              <a:gd name="csY6" fmla="*/ 0 h 15989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43046" h="159892">
                <a:moveTo>
                  <a:pt x="21744" y="0"/>
                </a:moveTo>
                <a:lnTo>
                  <a:pt x="20320" y="4270"/>
                </a:lnTo>
                <a:cubicBezTo>
                  <a:pt x="23132" y="52082"/>
                  <a:pt x="33867" y="99097"/>
                  <a:pt x="40640" y="146510"/>
                </a:cubicBezTo>
                <a:lnTo>
                  <a:pt x="43046" y="159892"/>
                </a:lnTo>
                <a:lnTo>
                  <a:pt x="21728" y="112884"/>
                </a:lnTo>
                <a:cubicBezTo>
                  <a:pt x="14486" y="90226"/>
                  <a:pt x="8467" y="66924"/>
                  <a:pt x="0" y="44910"/>
                </a:cubicBezTo>
                <a:lnTo>
                  <a:pt x="21744" y="0"/>
                </a:lnTo>
                <a:close/>
              </a:path>
            </a:pathLst>
          </a:cu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2A0FBE08-9E29-CE7F-4320-C83FDABF3D16}"/>
              </a:ext>
            </a:extLst>
          </p:cNvPr>
          <p:cNvSpPr/>
          <p:nvPr/>
        </p:nvSpPr>
        <p:spPr>
          <a:xfrm>
            <a:off x="6890886" y="1557703"/>
            <a:ext cx="71473" cy="48479"/>
          </a:xfrm>
          <a:custGeom>
            <a:avLst/>
            <a:gdLst>
              <a:gd name="csX0" fmla="*/ 0 w 71473"/>
              <a:gd name="csY0" fmla="*/ 0 h 48479"/>
              <a:gd name="csX1" fmla="*/ 7754 w 71473"/>
              <a:gd name="csY1" fmla="*/ 17098 h 48479"/>
              <a:gd name="csX2" fmla="*/ 17914 w 71473"/>
              <a:gd name="csY2" fmla="*/ 37418 h 48479"/>
              <a:gd name="csX3" fmla="*/ 408 w 71473"/>
              <a:gd name="csY3" fmla="*/ 2269 h 48479"/>
              <a:gd name="csX4" fmla="*/ 0 w 71473"/>
              <a:gd name="csY4" fmla="*/ 0 h 4847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71473" h="48479">
                <a:moveTo>
                  <a:pt x="0" y="0"/>
                </a:moveTo>
                <a:lnTo>
                  <a:pt x="7754" y="17098"/>
                </a:lnTo>
                <a:cubicBezTo>
                  <a:pt x="26025" y="43674"/>
                  <a:pt x="135180" y="60871"/>
                  <a:pt x="17914" y="37418"/>
                </a:cubicBezTo>
                <a:cubicBezTo>
                  <a:pt x="6426" y="20186"/>
                  <a:pt x="2192" y="9602"/>
                  <a:pt x="408" y="2269"/>
                </a:cubicBezTo>
                <a:lnTo>
                  <a:pt x="0" y="0"/>
                </a:lnTo>
                <a:close/>
              </a:path>
            </a:pathLst>
          </a:cu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0BBF588A-CABB-683B-1621-FDBEA49EFBFB}"/>
              </a:ext>
            </a:extLst>
          </p:cNvPr>
          <p:cNvSpPr/>
          <p:nvPr/>
        </p:nvSpPr>
        <p:spPr>
          <a:xfrm>
            <a:off x="6296736" y="2067791"/>
            <a:ext cx="16224" cy="23214"/>
          </a:xfrm>
          <a:custGeom>
            <a:avLst/>
            <a:gdLst>
              <a:gd name="csX0" fmla="*/ 629 w 16224"/>
              <a:gd name="csY0" fmla="*/ 121 h 23214"/>
              <a:gd name="csX1" fmla="*/ 12624 w 16224"/>
              <a:gd name="csY1" fmla="*/ 4849 h 23214"/>
              <a:gd name="csX2" fmla="*/ 16224 w 16224"/>
              <a:gd name="csY2" fmla="*/ 7463 h 23214"/>
              <a:gd name="csX3" fmla="*/ 16224 w 16224"/>
              <a:gd name="csY3" fmla="*/ 23214 h 23214"/>
              <a:gd name="csX4" fmla="*/ 3085 w 16224"/>
              <a:gd name="csY4" fmla="*/ 7336 h 23214"/>
              <a:gd name="csX5" fmla="*/ 629 w 16224"/>
              <a:gd name="csY5" fmla="*/ 121 h 2321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16224" h="23214">
                <a:moveTo>
                  <a:pt x="629" y="121"/>
                </a:moveTo>
                <a:cubicBezTo>
                  <a:pt x="2033" y="-447"/>
                  <a:pt x="5846" y="976"/>
                  <a:pt x="12624" y="4849"/>
                </a:cubicBezTo>
                <a:lnTo>
                  <a:pt x="16224" y="7463"/>
                </a:lnTo>
                <a:lnTo>
                  <a:pt x="16224" y="23214"/>
                </a:lnTo>
                <a:lnTo>
                  <a:pt x="3085" y="7336"/>
                </a:lnTo>
                <a:cubicBezTo>
                  <a:pt x="228" y="3247"/>
                  <a:pt x="-776" y="689"/>
                  <a:pt x="629" y="121"/>
                </a:cubicBezTo>
                <a:close/>
              </a:path>
            </a:pathLst>
          </a:cu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  <p:sp>
        <p:nvSpPr>
          <p:cNvPr id="36" name="Isosceles Triangle 35">
            <a:extLst>
              <a:ext uri="{FF2B5EF4-FFF2-40B4-BE49-F238E27FC236}">
                <a16:creationId xmlns:a16="http://schemas.microsoft.com/office/drawing/2014/main" id="{75F141EF-AD99-5BB4-23FB-36262BE48217}"/>
              </a:ext>
            </a:extLst>
          </p:cNvPr>
          <p:cNvSpPr/>
          <p:nvPr/>
        </p:nvSpPr>
        <p:spPr>
          <a:xfrm rot="19668219">
            <a:off x="6835551" y="386572"/>
            <a:ext cx="237228" cy="784561"/>
          </a:xfrm>
          <a:prstGeom prst="triangle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rgbClr val="00B0F0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7" name="Isosceles Triangle 36">
            <a:extLst>
              <a:ext uri="{FF2B5EF4-FFF2-40B4-BE49-F238E27FC236}">
                <a16:creationId xmlns:a16="http://schemas.microsoft.com/office/drawing/2014/main" id="{3DB18FCA-DA7D-CB46-0CA3-9B177E95E1E9}"/>
              </a:ext>
            </a:extLst>
          </p:cNvPr>
          <p:cNvSpPr/>
          <p:nvPr/>
        </p:nvSpPr>
        <p:spPr>
          <a:xfrm rot="1170125">
            <a:off x="9769098" y="1506381"/>
            <a:ext cx="237228" cy="784561"/>
          </a:xfrm>
          <a:prstGeom prst="triangle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rgbClr val="002060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8" name="Isosceles Triangle 37">
            <a:extLst>
              <a:ext uri="{FF2B5EF4-FFF2-40B4-BE49-F238E27FC236}">
                <a16:creationId xmlns:a16="http://schemas.microsoft.com/office/drawing/2014/main" id="{3DB81E90-F27D-D371-8652-5087ED7DC981}"/>
              </a:ext>
            </a:extLst>
          </p:cNvPr>
          <p:cNvSpPr/>
          <p:nvPr/>
        </p:nvSpPr>
        <p:spPr>
          <a:xfrm rot="7154728">
            <a:off x="2336988" y="5333970"/>
            <a:ext cx="237228" cy="784561"/>
          </a:xfrm>
          <a:prstGeom prst="triangle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rgbClr val="FFC000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85C1E73-AF2A-80F5-5862-CBDC814CC6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130383">
            <a:off x="2561732" y="2276314"/>
            <a:ext cx="7068536" cy="2305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20060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923F61C-D066-BF2E-B145-DE21A12FD8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B42354A-EEB8-4E82-DF28-88F754B80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DED7DA7-0E5F-0DBC-23EC-7F9CC9E810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914400"/>
            <a:ext cx="6239599" cy="1307590"/>
          </a:xfrm>
        </p:spPr>
        <p:txBody>
          <a:bodyPr>
            <a:normAutofit/>
          </a:bodyPr>
          <a:lstStyle/>
          <a:p>
            <a:r>
              <a:rPr lang="en-IN" dirty="0"/>
              <a:t>Update code syntax</a:t>
            </a:r>
            <a:endParaRPr lang="en-IN" dirty="0">
              <a:latin typeface="Milker" pitchFamily="50" charset="0"/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FC8B377-EB30-D0B1-75F5-CBDCD94720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4672" y="722376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164483E3-428F-F3FA-C401-54645217306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8451" r="41229"/>
          <a:stretch>
            <a:fillRect/>
          </a:stretch>
        </p:blipFill>
        <p:spPr>
          <a:xfrm>
            <a:off x="7583424" y="0"/>
            <a:ext cx="4608576" cy="6857990"/>
          </a:xfrm>
          <a:prstGeom prst="rect">
            <a:avLst/>
          </a:prstGeom>
        </p:spPr>
      </p:pic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28703BE9-B033-3125-DC18-2C2A2620DD6A}"/>
              </a:ext>
            </a:extLst>
          </p:cNvPr>
          <p:cNvSpPr/>
          <p:nvPr/>
        </p:nvSpPr>
        <p:spPr>
          <a:xfrm>
            <a:off x="5841822" y="2413000"/>
            <a:ext cx="458992" cy="1735667"/>
          </a:xfrm>
          <a:custGeom>
            <a:avLst/>
            <a:gdLst>
              <a:gd name="csX0" fmla="*/ 279578 w 458992"/>
              <a:gd name="csY0" fmla="*/ 0 h 1735667"/>
              <a:gd name="csX1" fmla="*/ 127178 w 458992"/>
              <a:gd name="csY1" fmla="*/ 220133 h 1735667"/>
              <a:gd name="csX2" fmla="*/ 296511 w 458992"/>
              <a:gd name="csY2" fmla="*/ 516467 h 1735667"/>
              <a:gd name="csX3" fmla="*/ 296511 w 458992"/>
              <a:gd name="csY3" fmla="*/ 584200 h 1735667"/>
              <a:gd name="csX4" fmla="*/ 254178 w 458992"/>
              <a:gd name="csY4" fmla="*/ 668867 h 1735667"/>
              <a:gd name="csX5" fmla="*/ 228778 w 458992"/>
              <a:gd name="csY5" fmla="*/ 770467 h 1735667"/>
              <a:gd name="csX6" fmla="*/ 262645 w 458992"/>
              <a:gd name="csY6" fmla="*/ 948267 h 1735667"/>
              <a:gd name="csX7" fmla="*/ 457378 w 458992"/>
              <a:gd name="csY7" fmla="*/ 1126067 h 1735667"/>
              <a:gd name="csX8" fmla="*/ 347311 w 458992"/>
              <a:gd name="csY8" fmla="*/ 1193800 h 1735667"/>
              <a:gd name="csX9" fmla="*/ 203378 w 458992"/>
              <a:gd name="csY9" fmla="*/ 1337733 h 1735667"/>
              <a:gd name="csX10" fmla="*/ 84845 w 458992"/>
              <a:gd name="csY10" fmla="*/ 1397000 h 1735667"/>
              <a:gd name="csX11" fmla="*/ 76378 w 458992"/>
              <a:gd name="csY11" fmla="*/ 1473200 h 1735667"/>
              <a:gd name="csX12" fmla="*/ 178 w 458992"/>
              <a:gd name="csY12" fmla="*/ 1625600 h 1735667"/>
              <a:gd name="csX13" fmla="*/ 59445 w 458992"/>
              <a:gd name="csY13" fmla="*/ 1735667 h 173566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</a:cxnLst>
            <a:rect l="l" t="t" r="r" b="b"/>
            <a:pathLst>
              <a:path w="458992" h="1735667">
                <a:moveTo>
                  <a:pt x="279578" y="0"/>
                </a:moveTo>
                <a:cubicBezTo>
                  <a:pt x="201967" y="67027"/>
                  <a:pt x="124356" y="134055"/>
                  <a:pt x="127178" y="220133"/>
                </a:cubicBezTo>
                <a:cubicBezTo>
                  <a:pt x="130000" y="306211"/>
                  <a:pt x="268289" y="455789"/>
                  <a:pt x="296511" y="516467"/>
                </a:cubicBezTo>
                <a:cubicBezTo>
                  <a:pt x="324733" y="577145"/>
                  <a:pt x="303566" y="558800"/>
                  <a:pt x="296511" y="584200"/>
                </a:cubicBezTo>
                <a:cubicBezTo>
                  <a:pt x="289456" y="609600"/>
                  <a:pt x="265467" y="637823"/>
                  <a:pt x="254178" y="668867"/>
                </a:cubicBezTo>
                <a:cubicBezTo>
                  <a:pt x="242889" y="699911"/>
                  <a:pt x="227367" y="723900"/>
                  <a:pt x="228778" y="770467"/>
                </a:cubicBezTo>
                <a:cubicBezTo>
                  <a:pt x="230189" y="817034"/>
                  <a:pt x="224545" y="889000"/>
                  <a:pt x="262645" y="948267"/>
                </a:cubicBezTo>
                <a:cubicBezTo>
                  <a:pt x="300745" y="1007534"/>
                  <a:pt x="443267" y="1085145"/>
                  <a:pt x="457378" y="1126067"/>
                </a:cubicBezTo>
                <a:cubicBezTo>
                  <a:pt x="471489" y="1166989"/>
                  <a:pt x="389644" y="1158522"/>
                  <a:pt x="347311" y="1193800"/>
                </a:cubicBezTo>
                <a:cubicBezTo>
                  <a:pt x="304978" y="1229078"/>
                  <a:pt x="247122" y="1303866"/>
                  <a:pt x="203378" y="1337733"/>
                </a:cubicBezTo>
                <a:cubicBezTo>
                  <a:pt x="159634" y="1371600"/>
                  <a:pt x="106012" y="1374422"/>
                  <a:pt x="84845" y="1397000"/>
                </a:cubicBezTo>
                <a:cubicBezTo>
                  <a:pt x="63678" y="1419578"/>
                  <a:pt x="90489" y="1435100"/>
                  <a:pt x="76378" y="1473200"/>
                </a:cubicBezTo>
                <a:cubicBezTo>
                  <a:pt x="62267" y="1511300"/>
                  <a:pt x="3000" y="1581856"/>
                  <a:pt x="178" y="1625600"/>
                </a:cubicBezTo>
                <a:cubicBezTo>
                  <a:pt x="-2644" y="1669344"/>
                  <a:pt x="28400" y="1702505"/>
                  <a:pt x="59445" y="1735667"/>
                </a:cubicBezTo>
              </a:path>
            </a:pathLst>
          </a:custGeom>
          <a:noFill/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B3C61315-FAE5-EFFE-757E-7EDA6EEADC49}"/>
              </a:ext>
            </a:extLst>
          </p:cNvPr>
          <p:cNvSpPr/>
          <p:nvPr/>
        </p:nvSpPr>
        <p:spPr>
          <a:xfrm>
            <a:off x="5384800" y="2915920"/>
            <a:ext cx="561218" cy="1198880"/>
          </a:xfrm>
          <a:custGeom>
            <a:avLst/>
            <a:gdLst>
              <a:gd name="csX0" fmla="*/ 0 w 561218"/>
              <a:gd name="csY0" fmla="*/ 0 h 1198880"/>
              <a:gd name="csX1" fmla="*/ 0 w 561218"/>
              <a:gd name="csY1" fmla="*/ 0 h 1198880"/>
              <a:gd name="csX2" fmla="*/ 193040 w 561218"/>
              <a:gd name="csY2" fmla="*/ 132080 h 1198880"/>
              <a:gd name="csX3" fmla="*/ 457200 w 561218"/>
              <a:gd name="csY3" fmla="*/ 589280 h 1198880"/>
              <a:gd name="csX4" fmla="*/ 558800 w 561218"/>
              <a:gd name="csY4" fmla="*/ 487680 h 1198880"/>
              <a:gd name="csX5" fmla="*/ 548640 w 561218"/>
              <a:gd name="csY5" fmla="*/ 518160 h 1198880"/>
              <a:gd name="csX6" fmla="*/ 508000 w 561218"/>
              <a:gd name="csY6" fmla="*/ 711200 h 1198880"/>
              <a:gd name="csX7" fmla="*/ 457200 w 561218"/>
              <a:gd name="csY7" fmla="*/ 721360 h 1198880"/>
              <a:gd name="csX8" fmla="*/ 477520 w 561218"/>
              <a:gd name="csY8" fmla="*/ 609600 h 1198880"/>
              <a:gd name="csX9" fmla="*/ 375920 w 561218"/>
              <a:gd name="csY9" fmla="*/ 701040 h 1198880"/>
              <a:gd name="csX10" fmla="*/ 203200 w 561218"/>
              <a:gd name="csY10" fmla="*/ 843280 h 1198880"/>
              <a:gd name="csX11" fmla="*/ 213360 w 561218"/>
              <a:gd name="csY11" fmla="*/ 894080 h 1198880"/>
              <a:gd name="csX12" fmla="*/ 243840 w 561218"/>
              <a:gd name="csY12" fmla="*/ 914400 h 1198880"/>
              <a:gd name="csX13" fmla="*/ 284480 w 561218"/>
              <a:gd name="csY13" fmla="*/ 975360 h 1198880"/>
              <a:gd name="csX14" fmla="*/ 304800 w 561218"/>
              <a:gd name="csY14" fmla="*/ 1046480 h 1198880"/>
              <a:gd name="csX15" fmla="*/ 264160 w 561218"/>
              <a:gd name="csY15" fmla="*/ 1158240 h 1198880"/>
              <a:gd name="csX16" fmla="*/ 264160 w 561218"/>
              <a:gd name="csY16" fmla="*/ 1198880 h 119888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561218" h="1198880">
                <a:moveTo>
                  <a:pt x="0" y="0"/>
                </a:moveTo>
                <a:lnTo>
                  <a:pt x="0" y="0"/>
                </a:lnTo>
                <a:cubicBezTo>
                  <a:pt x="64347" y="44027"/>
                  <a:pt x="140530" y="74447"/>
                  <a:pt x="193040" y="132080"/>
                </a:cubicBezTo>
                <a:cubicBezTo>
                  <a:pt x="401257" y="360611"/>
                  <a:pt x="392384" y="378627"/>
                  <a:pt x="457200" y="589280"/>
                </a:cubicBezTo>
                <a:cubicBezTo>
                  <a:pt x="491067" y="555413"/>
                  <a:pt x="520994" y="517085"/>
                  <a:pt x="558800" y="487680"/>
                </a:cubicBezTo>
                <a:cubicBezTo>
                  <a:pt x="567254" y="481105"/>
                  <a:pt x="551013" y="507717"/>
                  <a:pt x="548640" y="518160"/>
                </a:cubicBezTo>
                <a:cubicBezTo>
                  <a:pt x="534067" y="582282"/>
                  <a:pt x="534984" y="651235"/>
                  <a:pt x="508000" y="711200"/>
                </a:cubicBezTo>
                <a:cubicBezTo>
                  <a:pt x="500914" y="726948"/>
                  <a:pt x="474133" y="717973"/>
                  <a:pt x="457200" y="721360"/>
                </a:cubicBezTo>
                <a:cubicBezTo>
                  <a:pt x="463973" y="684107"/>
                  <a:pt x="514254" y="618783"/>
                  <a:pt x="477520" y="609600"/>
                </a:cubicBezTo>
                <a:cubicBezTo>
                  <a:pt x="433317" y="598549"/>
                  <a:pt x="410604" y="671494"/>
                  <a:pt x="375920" y="701040"/>
                </a:cubicBezTo>
                <a:cubicBezTo>
                  <a:pt x="319144" y="749405"/>
                  <a:pt x="203200" y="843280"/>
                  <a:pt x="203200" y="843280"/>
                </a:cubicBezTo>
                <a:cubicBezTo>
                  <a:pt x="206587" y="860213"/>
                  <a:pt x="204792" y="879087"/>
                  <a:pt x="213360" y="894080"/>
                </a:cubicBezTo>
                <a:cubicBezTo>
                  <a:pt x="219418" y="904682"/>
                  <a:pt x="235799" y="905210"/>
                  <a:pt x="243840" y="914400"/>
                </a:cubicBezTo>
                <a:cubicBezTo>
                  <a:pt x="259922" y="932779"/>
                  <a:pt x="270933" y="955040"/>
                  <a:pt x="284480" y="975360"/>
                </a:cubicBezTo>
                <a:cubicBezTo>
                  <a:pt x="291253" y="999067"/>
                  <a:pt x="304800" y="1021825"/>
                  <a:pt x="304800" y="1046480"/>
                </a:cubicBezTo>
                <a:cubicBezTo>
                  <a:pt x="304800" y="1136295"/>
                  <a:pt x="280468" y="1093009"/>
                  <a:pt x="264160" y="1158240"/>
                </a:cubicBezTo>
                <a:cubicBezTo>
                  <a:pt x="260874" y="1171382"/>
                  <a:pt x="264160" y="1185333"/>
                  <a:pt x="264160" y="1198880"/>
                </a:cubicBezTo>
              </a:path>
            </a:pathLst>
          </a:custGeom>
          <a:noFill/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A01A8F17-4438-9682-E3D8-AAECF4C77D86}"/>
              </a:ext>
            </a:extLst>
          </p:cNvPr>
          <p:cNvSpPr/>
          <p:nvPr/>
        </p:nvSpPr>
        <p:spPr>
          <a:xfrm>
            <a:off x="10237893" y="2468100"/>
            <a:ext cx="24395" cy="4601"/>
          </a:xfrm>
          <a:custGeom>
            <a:avLst/>
            <a:gdLst>
              <a:gd name="csX0" fmla="*/ 1841 w 24395"/>
              <a:gd name="csY0" fmla="*/ 278 h 4601"/>
              <a:gd name="csX1" fmla="*/ 16169 w 24395"/>
              <a:gd name="csY1" fmla="*/ 2955 h 4601"/>
              <a:gd name="csX2" fmla="*/ 24395 w 24395"/>
              <a:gd name="csY2" fmla="*/ 4601 h 4601"/>
              <a:gd name="csX3" fmla="*/ 3388 w 24395"/>
              <a:gd name="csY3" fmla="*/ 780 h 4601"/>
              <a:gd name="csX4" fmla="*/ 1841 w 24395"/>
              <a:gd name="csY4" fmla="*/ 278 h 460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24395" h="4601">
                <a:moveTo>
                  <a:pt x="1841" y="278"/>
                </a:moveTo>
                <a:cubicBezTo>
                  <a:pt x="4502" y="736"/>
                  <a:pt x="9810" y="1724"/>
                  <a:pt x="16169" y="2955"/>
                </a:cubicBezTo>
                <a:lnTo>
                  <a:pt x="24395" y="4601"/>
                </a:lnTo>
                <a:lnTo>
                  <a:pt x="3388" y="780"/>
                </a:lnTo>
                <a:cubicBezTo>
                  <a:pt x="-836" y="-110"/>
                  <a:pt x="-821" y="-181"/>
                  <a:pt x="1841" y="278"/>
                </a:cubicBezTo>
                <a:close/>
              </a:path>
            </a:pathLst>
          </a:cu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177129E8-5913-10AB-3FDC-4E86680E02A3}"/>
              </a:ext>
            </a:extLst>
          </p:cNvPr>
          <p:cNvSpPr/>
          <p:nvPr/>
        </p:nvSpPr>
        <p:spPr>
          <a:xfrm>
            <a:off x="5688040" y="2980284"/>
            <a:ext cx="7537" cy="4539"/>
          </a:xfrm>
          <a:custGeom>
            <a:avLst/>
            <a:gdLst>
              <a:gd name="csX0" fmla="*/ 921 w 7537"/>
              <a:gd name="csY0" fmla="*/ 452 h 4539"/>
              <a:gd name="csX1" fmla="*/ 7537 w 7537"/>
              <a:gd name="csY1" fmla="*/ 4539 h 4539"/>
              <a:gd name="csX2" fmla="*/ 1583 w 7537"/>
              <a:gd name="csY2" fmla="*/ 1123 h 4539"/>
              <a:gd name="csX3" fmla="*/ 921 w 7537"/>
              <a:gd name="csY3" fmla="*/ 452 h 453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7537" h="4539">
                <a:moveTo>
                  <a:pt x="921" y="452"/>
                </a:moveTo>
                <a:lnTo>
                  <a:pt x="7537" y="4539"/>
                </a:lnTo>
                <a:lnTo>
                  <a:pt x="1583" y="1123"/>
                </a:lnTo>
                <a:cubicBezTo>
                  <a:pt x="-103" y="46"/>
                  <a:pt x="-624" y="-411"/>
                  <a:pt x="921" y="452"/>
                </a:cubicBezTo>
                <a:close/>
              </a:path>
            </a:pathLst>
          </a:cu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30743013-1AC4-B6E1-DAA1-BD237122952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149465">
            <a:off x="502264" y="1886097"/>
            <a:ext cx="5925377" cy="1867161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3099AE0B-D368-99AE-3C74-59F2752D32E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770164">
            <a:off x="5477019" y="3587593"/>
            <a:ext cx="6439799" cy="2600688"/>
          </a:xfrm>
          <a:prstGeom prst="rect">
            <a:avLst/>
          </a:prstGeom>
        </p:spPr>
      </p:pic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27F076A3-3726-B2B4-D51D-5FC27529B5A8}"/>
              </a:ext>
            </a:extLst>
          </p:cNvPr>
          <p:cNvSpPr/>
          <p:nvPr/>
        </p:nvSpPr>
        <p:spPr>
          <a:xfrm>
            <a:off x="8242909" y="778663"/>
            <a:ext cx="17509" cy="1688"/>
          </a:xfrm>
          <a:custGeom>
            <a:avLst/>
            <a:gdLst>
              <a:gd name="csX0" fmla="*/ 16421 w 17509"/>
              <a:gd name="csY0" fmla="*/ 37 h 1688"/>
              <a:gd name="csX1" fmla="*/ 7566 w 17509"/>
              <a:gd name="csY1" fmla="*/ 1063 h 1688"/>
              <a:gd name="csX2" fmla="*/ 0 w 17509"/>
              <a:gd name="csY2" fmla="*/ 1688 h 1688"/>
              <a:gd name="csX3" fmla="*/ 16421 w 17509"/>
              <a:gd name="csY3" fmla="*/ 37 h 16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7509" h="1688">
                <a:moveTo>
                  <a:pt x="16421" y="37"/>
                </a:moveTo>
                <a:cubicBezTo>
                  <a:pt x="19024" y="-114"/>
                  <a:pt x="17290" y="194"/>
                  <a:pt x="7566" y="1063"/>
                </a:cubicBezTo>
                <a:lnTo>
                  <a:pt x="0" y="1688"/>
                </a:lnTo>
                <a:lnTo>
                  <a:pt x="16421" y="37"/>
                </a:lnTo>
                <a:close/>
              </a:path>
            </a:pathLst>
          </a:cu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0476746E-DD34-6E40-36BC-524999C5EA5A}"/>
              </a:ext>
            </a:extLst>
          </p:cNvPr>
          <p:cNvSpPr/>
          <p:nvPr/>
        </p:nvSpPr>
        <p:spPr>
          <a:xfrm>
            <a:off x="6889905" y="1301769"/>
            <a:ext cx="44731" cy="58697"/>
          </a:xfrm>
          <a:custGeom>
            <a:avLst/>
            <a:gdLst>
              <a:gd name="csX0" fmla="*/ 44731 w 44731"/>
              <a:gd name="csY0" fmla="*/ 0 h 58697"/>
              <a:gd name="csX1" fmla="*/ 29055 w 44731"/>
              <a:gd name="csY1" fmla="*/ 39352 h 58697"/>
              <a:gd name="csX2" fmla="*/ 7720 w 44731"/>
              <a:gd name="csY2" fmla="*/ 53524 h 58697"/>
              <a:gd name="csX3" fmla="*/ 1597 w 44731"/>
              <a:gd name="csY3" fmla="*/ 58697 h 58697"/>
              <a:gd name="csX4" fmla="*/ 0 w 44731"/>
              <a:gd name="csY4" fmla="*/ 58640 h 58697"/>
              <a:gd name="csX5" fmla="*/ 8316 w 44731"/>
              <a:gd name="csY5" fmla="*/ 43589 h 58697"/>
              <a:gd name="csX6" fmla="*/ 42344 w 44731"/>
              <a:gd name="csY6" fmla="*/ 1674 h 58697"/>
              <a:gd name="csX7" fmla="*/ 44731 w 44731"/>
              <a:gd name="csY7" fmla="*/ 0 h 5869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44731" h="58697">
                <a:moveTo>
                  <a:pt x="44731" y="0"/>
                </a:moveTo>
                <a:lnTo>
                  <a:pt x="29055" y="39352"/>
                </a:lnTo>
                <a:cubicBezTo>
                  <a:pt x="22282" y="44432"/>
                  <a:pt x="14832" y="48800"/>
                  <a:pt x="7720" y="53524"/>
                </a:cubicBezTo>
                <a:lnTo>
                  <a:pt x="1597" y="58697"/>
                </a:lnTo>
                <a:lnTo>
                  <a:pt x="0" y="58640"/>
                </a:lnTo>
                <a:lnTo>
                  <a:pt x="8316" y="43589"/>
                </a:lnTo>
                <a:cubicBezTo>
                  <a:pt x="18031" y="28535"/>
                  <a:pt x="29051" y="14399"/>
                  <a:pt x="42344" y="1674"/>
                </a:cubicBezTo>
                <a:lnTo>
                  <a:pt x="44731" y="0"/>
                </a:lnTo>
                <a:close/>
              </a:path>
            </a:pathLst>
          </a:cu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66A1C1A5-BAE5-849D-C110-CC4DF3EAA9D8}"/>
              </a:ext>
            </a:extLst>
          </p:cNvPr>
          <p:cNvSpPr/>
          <p:nvPr/>
        </p:nvSpPr>
        <p:spPr>
          <a:xfrm>
            <a:off x="6312960" y="2075254"/>
            <a:ext cx="142170" cy="139626"/>
          </a:xfrm>
          <a:custGeom>
            <a:avLst/>
            <a:gdLst>
              <a:gd name="csX0" fmla="*/ 0 w 142170"/>
              <a:gd name="csY0" fmla="*/ 0 h 139626"/>
              <a:gd name="csX1" fmla="*/ 105288 w 142170"/>
              <a:gd name="csY1" fmla="*/ 76458 h 139626"/>
              <a:gd name="csX2" fmla="*/ 142170 w 142170"/>
              <a:gd name="csY2" fmla="*/ 115485 h 139626"/>
              <a:gd name="csX3" fmla="*/ 118320 w 142170"/>
              <a:gd name="csY3" fmla="*/ 139626 h 139626"/>
              <a:gd name="csX4" fmla="*/ 434 w 142170"/>
              <a:gd name="csY4" fmla="*/ 16275 h 139626"/>
              <a:gd name="csX5" fmla="*/ 0 w 142170"/>
              <a:gd name="csY5" fmla="*/ 15751 h 139626"/>
              <a:gd name="csX6" fmla="*/ 0 w 142170"/>
              <a:gd name="csY6" fmla="*/ 0 h 13962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142170" h="139626">
                <a:moveTo>
                  <a:pt x="0" y="0"/>
                </a:moveTo>
                <a:lnTo>
                  <a:pt x="105288" y="76458"/>
                </a:lnTo>
                <a:lnTo>
                  <a:pt x="142170" y="115485"/>
                </a:lnTo>
                <a:lnTo>
                  <a:pt x="118320" y="139626"/>
                </a:lnTo>
                <a:cubicBezTo>
                  <a:pt x="92920" y="109993"/>
                  <a:pt x="30466" y="49736"/>
                  <a:pt x="434" y="16275"/>
                </a:cubicBezTo>
                <a:lnTo>
                  <a:pt x="0" y="15751"/>
                </a:lnTo>
                <a:lnTo>
                  <a:pt x="0" y="0"/>
                </a:lnTo>
                <a:close/>
              </a:path>
            </a:pathLst>
          </a:cu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3D776A1F-214D-C2E9-D36A-FF3C029E7AE1}"/>
              </a:ext>
            </a:extLst>
          </p:cNvPr>
          <p:cNvSpPr/>
          <p:nvPr/>
        </p:nvSpPr>
        <p:spPr>
          <a:xfrm>
            <a:off x="8696919" y="2733012"/>
            <a:ext cx="33718" cy="50829"/>
          </a:xfrm>
          <a:custGeom>
            <a:avLst/>
            <a:gdLst>
              <a:gd name="csX0" fmla="*/ 50 w 33718"/>
              <a:gd name="csY0" fmla="*/ 133 h 50829"/>
              <a:gd name="csX1" fmla="*/ 18011 w 33718"/>
              <a:gd name="csY1" fmla="*/ 26265 h 50829"/>
              <a:gd name="csX2" fmla="*/ 33718 w 33718"/>
              <a:gd name="csY2" fmla="*/ 48202 h 50829"/>
              <a:gd name="csX3" fmla="*/ 30521 w 33718"/>
              <a:gd name="csY3" fmla="*/ 50829 h 50829"/>
              <a:gd name="csX4" fmla="*/ 50 w 33718"/>
              <a:gd name="csY4" fmla="*/ 133 h 5082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3718" h="50829">
                <a:moveTo>
                  <a:pt x="50" y="133"/>
                </a:moveTo>
                <a:cubicBezTo>
                  <a:pt x="-679" y="-1363"/>
                  <a:pt x="6663" y="9946"/>
                  <a:pt x="18011" y="26265"/>
                </a:cubicBezTo>
                <a:lnTo>
                  <a:pt x="33718" y="48202"/>
                </a:lnTo>
                <a:lnTo>
                  <a:pt x="30521" y="50829"/>
                </a:lnTo>
                <a:cubicBezTo>
                  <a:pt x="9581" y="15930"/>
                  <a:pt x="780" y="1629"/>
                  <a:pt x="50" y="133"/>
                </a:cubicBezTo>
                <a:close/>
              </a:path>
            </a:pathLst>
          </a:cu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9043D4CE-42CA-62F0-56F0-3FEC8BFD706D}"/>
              </a:ext>
            </a:extLst>
          </p:cNvPr>
          <p:cNvSpPr/>
          <p:nvPr/>
        </p:nvSpPr>
        <p:spPr>
          <a:xfrm>
            <a:off x="6888449" y="1360408"/>
            <a:ext cx="3053" cy="2636"/>
          </a:xfrm>
          <a:custGeom>
            <a:avLst/>
            <a:gdLst>
              <a:gd name="csX0" fmla="*/ 1456 w 3053"/>
              <a:gd name="csY0" fmla="*/ 0 h 2636"/>
              <a:gd name="csX1" fmla="*/ 3053 w 3053"/>
              <a:gd name="csY1" fmla="*/ 57 h 2636"/>
              <a:gd name="csX2" fmla="*/ 0 w 3053"/>
              <a:gd name="csY2" fmla="*/ 2636 h 2636"/>
              <a:gd name="csX3" fmla="*/ 1456 w 3053"/>
              <a:gd name="csY3" fmla="*/ 0 h 263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3053" h="2636">
                <a:moveTo>
                  <a:pt x="1456" y="0"/>
                </a:moveTo>
                <a:lnTo>
                  <a:pt x="3053" y="57"/>
                </a:lnTo>
                <a:lnTo>
                  <a:pt x="0" y="2636"/>
                </a:lnTo>
                <a:lnTo>
                  <a:pt x="1456" y="0"/>
                </a:lnTo>
                <a:close/>
              </a:path>
            </a:pathLst>
          </a:cu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8DD8B838-63F3-C479-C70D-81C910547B84}"/>
              </a:ext>
            </a:extLst>
          </p:cNvPr>
          <p:cNvSpPr/>
          <p:nvPr/>
        </p:nvSpPr>
        <p:spPr>
          <a:xfrm>
            <a:off x="6869584" y="1363044"/>
            <a:ext cx="18865" cy="34766"/>
          </a:xfrm>
          <a:custGeom>
            <a:avLst/>
            <a:gdLst>
              <a:gd name="csX0" fmla="*/ 18865 w 18865"/>
              <a:gd name="csY0" fmla="*/ 0 h 34766"/>
              <a:gd name="csX1" fmla="*/ 2438 w 18865"/>
              <a:gd name="csY1" fmla="*/ 29729 h 34766"/>
              <a:gd name="csX2" fmla="*/ 0 w 18865"/>
              <a:gd name="csY2" fmla="*/ 34766 h 34766"/>
              <a:gd name="csX3" fmla="*/ 8736 w 18865"/>
              <a:gd name="csY3" fmla="*/ 8556 h 34766"/>
              <a:gd name="csX4" fmla="*/ 18865 w 18865"/>
              <a:gd name="csY4" fmla="*/ 0 h 3476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8865" h="34766">
                <a:moveTo>
                  <a:pt x="18865" y="0"/>
                </a:moveTo>
                <a:lnTo>
                  <a:pt x="2438" y="29729"/>
                </a:lnTo>
                <a:lnTo>
                  <a:pt x="0" y="34766"/>
                </a:lnTo>
                <a:lnTo>
                  <a:pt x="8736" y="8556"/>
                </a:lnTo>
                <a:lnTo>
                  <a:pt x="18865" y="0"/>
                </a:lnTo>
                <a:close/>
              </a:path>
            </a:pathLst>
          </a:cu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998FDA64-6C53-3AE6-6D7B-C029D2E5A504}"/>
              </a:ext>
            </a:extLst>
          </p:cNvPr>
          <p:cNvSpPr/>
          <p:nvPr/>
        </p:nvSpPr>
        <p:spPr>
          <a:xfrm>
            <a:off x="6847840" y="1397810"/>
            <a:ext cx="43046" cy="159892"/>
          </a:xfrm>
          <a:custGeom>
            <a:avLst/>
            <a:gdLst>
              <a:gd name="csX0" fmla="*/ 21744 w 43046"/>
              <a:gd name="csY0" fmla="*/ 0 h 159892"/>
              <a:gd name="csX1" fmla="*/ 20320 w 43046"/>
              <a:gd name="csY1" fmla="*/ 4270 h 159892"/>
              <a:gd name="csX2" fmla="*/ 40640 w 43046"/>
              <a:gd name="csY2" fmla="*/ 146510 h 159892"/>
              <a:gd name="csX3" fmla="*/ 43046 w 43046"/>
              <a:gd name="csY3" fmla="*/ 159892 h 159892"/>
              <a:gd name="csX4" fmla="*/ 21728 w 43046"/>
              <a:gd name="csY4" fmla="*/ 112884 h 159892"/>
              <a:gd name="csX5" fmla="*/ 0 w 43046"/>
              <a:gd name="csY5" fmla="*/ 44910 h 159892"/>
              <a:gd name="csX6" fmla="*/ 21744 w 43046"/>
              <a:gd name="csY6" fmla="*/ 0 h 15989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43046" h="159892">
                <a:moveTo>
                  <a:pt x="21744" y="0"/>
                </a:moveTo>
                <a:lnTo>
                  <a:pt x="20320" y="4270"/>
                </a:lnTo>
                <a:cubicBezTo>
                  <a:pt x="23132" y="52082"/>
                  <a:pt x="33867" y="99097"/>
                  <a:pt x="40640" y="146510"/>
                </a:cubicBezTo>
                <a:lnTo>
                  <a:pt x="43046" y="159892"/>
                </a:lnTo>
                <a:lnTo>
                  <a:pt x="21728" y="112884"/>
                </a:lnTo>
                <a:cubicBezTo>
                  <a:pt x="14486" y="90226"/>
                  <a:pt x="8467" y="66924"/>
                  <a:pt x="0" y="44910"/>
                </a:cubicBezTo>
                <a:lnTo>
                  <a:pt x="21744" y="0"/>
                </a:lnTo>
                <a:close/>
              </a:path>
            </a:pathLst>
          </a:cu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F4717BB6-774A-E769-E41C-D8383495CF0E}"/>
              </a:ext>
            </a:extLst>
          </p:cNvPr>
          <p:cNvSpPr/>
          <p:nvPr/>
        </p:nvSpPr>
        <p:spPr>
          <a:xfrm>
            <a:off x="6890886" y="1557703"/>
            <a:ext cx="71473" cy="48479"/>
          </a:xfrm>
          <a:custGeom>
            <a:avLst/>
            <a:gdLst>
              <a:gd name="csX0" fmla="*/ 0 w 71473"/>
              <a:gd name="csY0" fmla="*/ 0 h 48479"/>
              <a:gd name="csX1" fmla="*/ 7754 w 71473"/>
              <a:gd name="csY1" fmla="*/ 17098 h 48479"/>
              <a:gd name="csX2" fmla="*/ 17914 w 71473"/>
              <a:gd name="csY2" fmla="*/ 37418 h 48479"/>
              <a:gd name="csX3" fmla="*/ 408 w 71473"/>
              <a:gd name="csY3" fmla="*/ 2269 h 48479"/>
              <a:gd name="csX4" fmla="*/ 0 w 71473"/>
              <a:gd name="csY4" fmla="*/ 0 h 4847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71473" h="48479">
                <a:moveTo>
                  <a:pt x="0" y="0"/>
                </a:moveTo>
                <a:lnTo>
                  <a:pt x="7754" y="17098"/>
                </a:lnTo>
                <a:cubicBezTo>
                  <a:pt x="26025" y="43674"/>
                  <a:pt x="135180" y="60871"/>
                  <a:pt x="17914" y="37418"/>
                </a:cubicBezTo>
                <a:cubicBezTo>
                  <a:pt x="6426" y="20186"/>
                  <a:pt x="2192" y="9602"/>
                  <a:pt x="408" y="2269"/>
                </a:cubicBezTo>
                <a:lnTo>
                  <a:pt x="0" y="0"/>
                </a:lnTo>
                <a:close/>
              </a:path>
            </a:pathLst>
          </a:cu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E80F863E-ECC5-2AFD-13FF-84F832F80F90}"/>
              </a:ext>
            </a:extLst>
          </p:cNvPr>
          <p:cNvSpPr/>
          <p:nvPr/>
        </p:nvSpPr>
        <p:spPr>
          <a:xfrm>
            <a:off x="6296736" y="2067791"/>
            <a:ext cx="16224" cy="23214"/>
          </a:xfrm>
          <a:custGeom>
            <a:avLst/>
            <a:gdLst>
              <a:gd name="csX0" fmla="*/ 629 w 16224"/>
              <a:gd name="csY0" fmla="*/ 121 h 23214"/>
              <a:gd name="csX1" fmla="*/ 12624 w 16224"/>
              <a:gd name="csY1" fmla="*/ 4849 h 23214"/>
              <a:gd name="csX2" fmla="*/ 16224 w 16224"/>
              <a:gd name="csY2" fmla="*/ 7463 h 23214"/>
              <a:gd name="csX3" fmla="*/ 16224 w 16224"/>
              <a:gd name="csY3" fmla="*/ 23214 h 23214"/>
              <a:gd name="csX4" fmla="*/ 3085 w 16224"/>
              <a:gd name="csY4" fmla="*/ 7336 h 23214"/>
              <a:gd name="csX5" fmla="*/ 629 w 16224"/>
              <a:gd name="csY5" fmla="*/ 121 h 2321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16224" h="23214">
                <a:moveTo>
                  <a:pt x="629" y="121"/>
                </a:moveTo>
                <a:cubicBezTo>
                  <a:pt x="2033" y="-447"/>
                  <a:pt x="5846" y="976"/>
                  <a:pt x="12624" y="4849"/>
                </a:cubicBezTo>
                <a:lnTo>
                  <a:pt x="16224" y="7463"/>
                </a:lnTo>
                <a:lnTo>
                  <a:pt x="16224" y="23214"/>
                </a:lnTo>
                <a:lnTo>
                  <a:pt x="3085" y="7336"/>
                </a:lnTo>
                <a:cubicBezTo>
                  <a:pt x="228" y="3247"/>
                  <a:pt x="-776" y="689"/>
                  <a:pt x="629" y="121"/>
                </a:cubicBezTo>
                <a:close/>
              </a:path>
            </a:pathLst>
          </a:cu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  <p:sp>
        <p:nvSpPr>
          <p:cNvPr id="36" name="Isosceles Triangle 35">
            <a:extLst>
              <a:ext uri="{FF2B5EF4-FFF2-40B4-BE49-F238E27FC236}">
                <a16:creationId xmlns:a16="http://schemas.microsoft.com/office/drawing/2014/main" id="{EE84C3AC-3D03-9DE1-080C-B3E8CE40D6FC}"/>
              </a:ext>
            </a:extLst>
          </p:cNvPr>
          <p:cNvSpPr/>
          <p:nvPr/>
        </p:nvSpPr>
        <p:spPr>
          <a:xfrm rot="19668219">
            <a:off x="6835551" y="386572"/>
            <a:ext cx="237228" cy="784561"/>
          </a:xfrm>
          <a:prstGeom prst="triangle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rgbClr val="00B0F0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7" name="Isosceles Triangle 36">
            <a:extLst>
              <a:ext uri="{FF2B5EF4-FFF2-40B4-BE49-F238E27FC236}">
                <a16:creationId xmlns:a16="http://schemas.microsoft.com/office/drawing/2014/main" id="{0B8F3785-19D5-4039-550A-4D4A45881322}"/>
              </a:ext>
            </a:extLst>
          </p:cNvPr>
          <p:cNvSpPr/>
          <p:nvPr/>
        </p:nvSpPr>
        <p:spPr>
          <a:xfrm rot="1170125">
            <a:off x="9769098" y="1506381"/>
            <a:ext cx="237228" cy="784561"/>
          </a:xfrm>
          <a:prstGeom prst="triangle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rgbClr val="002060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8" name="Isosceles Triangle 37">
            <a:extLst>
              <a:ext uri="{FF2B5EF4-FFF2-40B4-BE49-F238E27FC236}">
                <a16:creationId xmlns:a16="http://schemas.microsoft.com/office/drawing/2014/main" id="{AD645C97-ACA4-C10A-2D55-6D5730579AD8}"/>
              </a:ext>
            </a:extLst>
          </p:cNvPr>
          <p:cNvSpPr/>
          <p:nvPr/>
        </p:nvSpPr>
        <p:spPr>
          <a:xfrm rot="7154728">
            <a:off x="2336988" y="5333970"/>
            <a:ext cx="237228" cy="784561"/>
          </a:xfrm>
          <a:prstGeom prst="triangle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rgbClr val="FFC000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522816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641E528-B092-3B41-ACFB-0149B42BB9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27B5810-FB92-E95A-51D7-83B33DC47B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EAAB290-05AF-B607-FBAB-59A0CFDF1E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914400"/>
            <a:ext cx="6239599" cy="1307590"/>
          </a:xfrm>
        </p:spPr>
        <p:txBody>
          <a:bodyPr>
            <a:normAutofit/>
          </a:bodyPr>
          <a:lstStyle/>
          <a:p>
            <a:r>
              <a:rPr lang="en-IN" dirty="0"/>
              <a:t>refactor</a:t>
            </a:r>
            <a:endParaRPr lang="en-IN" dirty="0">
              <a:latin typeface="Milker" pitchFamily="50" charset="0"/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A2DAB79-1B2E-3618-6B23-3C4FCAC107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4672" y="722376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11F510EE-B35B-E9F1-ECD2-C5229E40094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8451" r="41229"/>
          <a:stretch>
            <a:fillRect/>
          </a:stretch>
        </p:blipFill>
        <p:spPr>
          <a:xfrm>
            <a:off x="7583424" y="0"/>
            <a:ext cx="4608576" cy="6857990"/>
          </a:xfrm>
          <a:prstGeom prst="rect">
            <a:avLst/>
          </a:prstGeom>
        </p:spPr>
      </p:pic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6FE206E0-1EAA-104D-283B-371BEB2630A4}"/>
              </a:ext>
            </a:extLst>
          </p:cNvPr>
          <p:cNvSpPr/>
          <p:nvPr/>
        </p:nvSpPr>
        <p:spPr>
          <a:xfrm>
            <a:off x="5841822" y="2413000"/>
            <a:ext cx="458992" cy="1735667"/>
          </a:xfrm>
          <a:custGeom>
            <a:avLst/>
            <a:gdLst>
              <a:gd name="csX0" fmla="*/ 279578 w 458992"/>
              <a:gd name="csY0" fmla="*/ 0 h 1735667"/>
              <a:gd name="csX1" fmla="*/ 127178 w 458992"/>
              <a:gd name="csY1" fmla="*/ 220133 h 1735667"/>
              <a:gd name="csX2" fmla="*/ 296511 w 458992"/>
              <a:gd name="csY2" fmla="*/ 516467 h 1735667"/>
              <a:gd name="csX3" fmla="*/ 296511 w 458992"/>
              <a:gd name="csY3" fmla="*/ 584200 h 1735667"/>
              <a:gd name="csX4" fmla="*/ 254178 w 458992"/>
              <a:gd name="csY4" fmla="*/ 668867 h 1735667"/>
              <a:gd name="csX5" fmla="*/ 228778 w 458992"/>
              <a:gd name="csY5" fmla="*/ 770467 h 1735667"/>
              <a:gd name="csX6" fmla="*/ 262645 w 458992"/>
              <a:gd name="csY6" fmla="*/ 948267 h 1735667"/>
              <a:gd name="csX7" fmla="*/ 457378 w 458992"/>
              <a:gd name="csY7" fmla="*/ 1126067 h 1735667"/>
              <a:gd name="csX8" fmla="*/ 347311 w 458992"/>
              <a:gd name="csY8" fmla="*/ 1193800 h 1735667"/>
              <a:gd name="csX9" fmla="*/ 203378 w 458992"/>
              <a:gd name="csY9" fmla="*/ 1337733 h 1735667"/>
              <a:gd name="csX10" fmla="*/ 84845 w 458992"/>
              <a:gd name="csY10" fmla="*/ 1397000 h 1735667"/>
              <a:gd name="csX11" fmla="*/ 76378 w 458992"/>
              <a:gd name="csY11" fmla="*/ 1473200 h 1735667"/>
              <a:gd name="csX12" fmla="*/ 178 w 458992"/>
              <a:gd name="csY12" fmla="*/ 1625600 h 1735667"/>
              <a:gd name="csX13" fmla="*/ 59445 w 458992"/>
              <a:gd name="csY13" fmla="*/ 1735667 h 173566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</a:cxnLst>
            <a:rect l="l" t="t" r="r" b="b"/>
            <a:pathLst>
              <a:path w="458992" h="1735667">
                <a:moveTo>
                  <a:pt x="279578" y="0"/>
                </a:moveTo>
                <a:cubicBezTo>
                  <a:pt x="201967" y="67027"/>
                  <a:pt x="124356" y="134055"/>
                  <a:pt x="127178" y="220133"/>
                </a:cubicBezTo>
                <a:cubicBezTo>
                  <a:pt x="130000" y="306211"/>
                  <a:pt x="268289" y="455789"/>
                  <a:pt x="296511" y="516467"/>
                </a:cubicBezTo>
                <a:cubicBezTo>
                  <a:pt x="324733" y="577145"/>
                  <a:pt x="303566" y="558800"/>
                  <a:pt x="296511" y="584200"/>
                </a:cubicBezTo>
                <a:cubicBezTo>
                  <a:pt x="289456" y="609600"/>
                  <a:pt x="265467" y="637823"/>
                  <a:pt x="254178" y="668867"/>
                </a:cubicBezTo>
                <a:cubicBezTo>
                  <a:pt x="242889" y="699911"/>
                  <a:pt x="227367" y="723900"/>
                  <a:pt x="228778" y="770467"/>
                </a:cubicBezTo>
                <a:cubicBezTo>
                  <a:pt x="230189" y="817034"/>
                  <a:pt x="224545" y="889000"/>
                  <a:pt x="262645" y="948267"/>
                </a:cubicBezTo>
                <a:cubicBezTo>
                  <a:pt x="300745" y="1007534"/>
                  <a:pt x="443267" y="1085145"/>
                  <a:pt x="457378" y="1126067"/>
                </a:cubicBezTo>
                <a:cubicBezTo>
                  <a:pt x="471489" y="1166989"/>
                  <a:pt x="389644" y="1158522"/>
                  <a:pt x="347311" y="1193800"/>
                </a:cubicBezTo>
                <a:cubicBezTo>
                  <a:pt x="304978" y="1229078"/>
                  <a:pt x="247122" y="1303866"/>
                  <a:pt x="203378" y="1337733"/>
                </a:cubicBezTo>
                <a:cubicBezTo>
                  <a:pt x="159634" y="1371600"/>
                  <a:pt x="106012" y="1374422"/>
                  <a:pt x="84845" y="1397000"/>
                </a:cubicBezTo>
                <a:cubicBezTo>
                  <a:pt x="63678" y="1419578"/>
                  <a:pt x="90489" y="1435100"/>
                  <a:pt x="76378" y="1473200"/>
                </a:cubicBezTo>
                <a:cubicBezTo>
                  <a:pt x="62267" y="1511300"/>
                  <a:pt x="3000" y="1581856"/>
                  <a:pt x="178" y="1625600"/>
                </a:cubicBezTo>
                <a:cubicBezTo>
                  <a:pt x="-2644" y="1669344"/>
                  <a:pt x="28400" y="1702505"/>
                  <a:pt x="59445" y="1735667"/>
                </a:cubicBezTo>
              </a:path>
            </a:pathLst>
          </a:custGeom>
          <a:noFill/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92BBB449-ED33-BDD1-B8D5-508DA1F06A00}"/>
              </a:ext>
            </a:extLst>
          </p:cNvPr>
          <p:cNvSpPr/>
          <p:nvPr/>
        </p:nvSpPr>
        <p:spPr>
          <a:xfrm>
            <a:off x="5384800" y="2915920"/>
            <a:ext cx="561218" cy="1198880"/>
          </a:xfrm>
          <a:custGeom>
            <a:avLst/>
            <a:gdLst>
              <a:gd name="csX0" fmla="*/ 0 w 561218"/>
              <a:gd name="csY0" fmla="*/ 0 h 1198880"/>
              <a:gd name="csX1" fmla="*/ 0 w 561218"/>
              <a:gd name="csY1" fmla="*/ 0 h 1198880"/>
              <a:gd name="csX2" fmla="*/ 193040 w 561218"/>
              <a:gd name="csY2" fmla="*/ 132080 h 1198880"/>
              <a:gd name="csX3" fmla="*/ 457200 w 561218"/>
              <a:gd name="csY3" fmla="*/ 589280 h 1198880"/>
              <a:gd name="csX4" fmla="*/ 558800 w 561218"/>
              <a:gd name="csY4" fmla="*/ 487680 h 1198880"/>
              <a:gd name="csX5" fmla="*/ 548640 w 561218"/>
              <a:gd name="csY5" fmla="*/ 518160 h 1198880"/>
              <a:gd name="csX6" fmla="*/ 508000 w 561218"/>
              <a:gd name="csY6" fmla="*/ 711200 h 1198880"/>
              <a:gd name="csX7" fmla="*/ 457200 w 561218"/>
              <a:gd name="csY7" fmla="*/ 721360 h 1198880"/>
              <a:gd name="csX8" fmla="*/ 477520 w 561218"/>
              <a:gd name="csY8" fmla="*/ 609600 h 1198880"/>
              <a:gd name="csX9" fmla="*/ 375920 w 561218"/>
              <a:gd name="csY9" fmla="*/ 701040 h 1198880"/>
              <a:gd name="csX10" fmla="*/ 203200 w 561218"/>
              <a:gd name="csY10" fmla="*/ 843280 h 1198880"/>
              <a:gd name="csX11" fmla="*/ 213360 w 561218"/>
              <a:gd name="csY11" fmla="*/ 894080 h 1198880"/>
              <a:gd name="csX12" fmla="*/ 243840 w 561218"/>
              <a:gd name="csY12" fmla="*/ 914400 h 1198880"/>
              <a:gd name="csX13" fmla="*/ 284480 w 561218"/>
              <a:gd name="csY13" fmla="*/ 975360 h 1198880"/>
              <a:gd name="csX14" fmla="*/ 304800 w 561218"/>
              <a:gd name="csY14" fmla="*/ 1046480 h 1198880"/>
              <a:gd name="csX15" fmla="*/ 264160 w 561218"/>
              <a:gd name="csY15" fmla="*/ 1158240 h 1198880"/>
              <a:gd name="csX16" fmla="*/ 264160 w 561218"/>
              <a:gd name="csY16" fmla="*/ 1198880 h 119888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561218" h="1198880">
                <a:moveTo>
                  <a:pt x="0" y="0"/>
                </a:moveTo>
                <a:lnTo>
                  <a:pt x="0" y="0"/>
                </a:lnTo>
                <a:cubicBezTo>
                  <a:pt x="64347" y="44027"/>
                  <a:pt x="140530" y="74447"/>
                  <a:pt x="193040" y="132080"/>
                </a:cubicBezTo>
                <a:cubicBezTo>
                  <a:pt x="401257" y="360611"/>
                  <a:pt x="392384" y="378627"/>
                  <a:pt x="457200" y="589280"/>
                </a:cubicBezTo>
                <a:cubicBezTo>
                  <a:pt x="491067" y="555413"/>
                  <a:pt x="520994" y="517085"/>
                  <a:pt x="558800" y="487680"/>
                </a:cubicBezTo>
                <a:cubicBezTo>
                  <a:pt x="567254" y="481105"/>
                  <a:pt x="551013" y="507717"/>
                  <a:pt x="548640" y="518160"/>
                </a:cubicBezTo>
                <a:cubicBezTo>
                  <a:pt x="534067" y="582282"/>
                  <a:pt x="534984" y="651235"/>
                  <a:pt x="508000" y="711200"/>
                </a:cubicBezTo>
                <a:cubicBezTo>
                  <a:pt x="500914" y="726948"/>
                  <a:pt x="474133" y="717973"/>
                  <a:pt x="457200" y="721360"/>
                </a:cubicBezTo>
                <a:cubicBezTo>
                  <a:pt x="463973" y="684107"/>
                  <a:pt x="514254" y="618783"/>
                  <a:pt x="477520" y="609600"/>
                </a:cubicBezTo>
                <a:cubicBezTo>
                  <a:pt x="433317" y="598549"/>
                  <a:pt x="410604" y="671494"/>
                  <a:pt x="375920" y="701040"/>
                </a:cubicBezTo>
                <a:cubicBezTo>
                  <a:pt x="319144" y="749405"/>
                  <a:pt x="203200" y="843280"/>
                  <a:pt x="203200" y="843280"/>
                </a:cubicBezTo>
                <a:cubicBezTo>
                  <a:pt x="206587" y="860213"/>
                  <a:pt x="204792" y="879087"/>
                  <a:pt x="213360" y="894080"/>
                </a:cubicBezTo>
                <a:cubicBezTo>
                  <a:pt x="219418" y="904682"/>
                  <a:pt x="235799" y="905210"/>
                  <a:pt x="243840" y="914400"/>
                </a:cubicBezTo>
                <a:cubicBezTo>
                  <a:pt x="259922" y="932779"/>
                  <a:pt x="270933" y="955040"/>
                  <a:pt x="284480" y="975360"/>
                </a:cubicBezTo>
                <a:cubicBezTo>
                  <a:pt x="291253" y="999067"/>
                  <a:pt x="304800" y="1021825"/>
                  <a:pt x="304800" y="1046480"/>
                </a:cubicBezTo>
                <a:cubicBezTo>
                  <a:pt x="304800" y="1136295"/>
                  <a:pt x="280468" y="1093009"/>
                  <a:pt x="264160" y="1158240"/>
                </a:cubicBezTo>
                <a:cubicBezTo>
                  <a:pt x="260874" y="1171382"/>
                  <a:pt x="264160" y="1185333"/>
                  <a:pt x="264160" y="1198880"/>
                </a:cubicBezTo>
              </a:path>
            </a:pathLst>
          </a:custGeom>
          <a:noFill/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1FBA9A6C-DA19-E33B-869E-CBCC2C0B8305}"/>
              </a:ext>
            </a:extLst>
          </p:cNvPr>
          <p:cNvSpPr/>
          <p:nvPr/>
        </p:nvSpPr>
        <p:spPr>
          <a:xfrm>
            <a:off x="10237893" y="2468100"/>
            <a:ext cx="24395" cy="4601"/>
          </a:xfrm>
          <a:custGeom>
            <a:avLst/>
            <a:gdLst>
              <a:gd name="csX0" fmla="*/ 1841 w 24395"/>
              <a:gd name="csY0" fmla="*/ 278 h 4601"/>
              <a:gd name="csX1" fmla="*/ 16169 w 24395"/>
              <a:gd name="csY1" fmla="*/ 2955 h 4601"/>
              <a:gd name="csX2" fmla="*/ 24395 w 24395"/>
              <a:gd name="csY2" fmla="*/ 4601 h 4601"/>
              <a:gd name="csX3" fmla="*/ 3388 w 24395"/>
              <a:gd name="csY3" fmla="*/ 780 h 4601"/>
              <a:gd name="csX4" fmla="*/ 1841 w 24395"/>
              <a:gd name="csY4" fmla="*/ 278 h 460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24395" h="4601">
                <a:moveTo>
                  <a:pt x="1841" y="278"/>
                </a:moveTo>
                <a:cubicBezTo>
                  <a:pt x="4502" y="736"/>
                  <a:pt x="9810" y="1724"/>
                  <a:pt x="16169" y="2955"/>
                </a:cubicBezTo>
                <a:lnTo>
                  <a:pt x="24395" y="4601"/>
                </a:lnTo>
                <a:lnTo>
                  <a:pt x="3388" y="780"/>
                </a:lnTo>
                <a:cubicBezTo>
                  <a:pt x="-836" y="-110"/>
                  <a:pt x="-821" y="-181"/>
                  <a:pt x="1841" y="278"/>
                </a:cubicBezTo>
                <a:close/>
              </a:path>
            </a:pathLst>
          </a:cu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3287105E-F78C-1BB7-0D4A-BC19531D9BD0}"/>
              </a:ext>
            </a:extLst>
          </p:cNvPr>
          <p:cNvSpPr/>
          <p:nvPr/>
        </p:nvSpPr>
        <p:spPr>
          <a:xfrm>
            <a:off x="5688040" y="2980284"/>
            <a:ext cx="7537" cy="4539"/>
          </a:xfrm>
          <a:custGeom>
            <a:avLst/>
            <a:gdLst>
              <a:gd name="csX0" fmla="*/ 921 w 7537"/>
              <a:gd name="csY0" fmla="*/ 452 h 4539"/>
              <a:gd name="csX1" fmla="*/ 7537 w 7537"/>
              <a:gd name="csY1" fmla="*/ 4539 h 4539"/>
              <a:gd name="csX2" fmla="*/ 1583 w 7537"/>
              <a:gd name="csY2" fmla="*/ 1123 h 4539"/>
              <a:gd name="csX3" fmla="*/ 921 w 7537"/>
              <a:gd name="csY3" fmla="*/ 452 h 453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7537" h="4539">
                <a:moveTo>
                  <a:pt x="921" y="452"/>
                </a:moveTo>
                <a:lnTo>
                  <a:pt x="7537" y="4539"/>
                </a:lnTo>
                <a:lnTo>
                  <a:pt x="1583" y="1123"/>
                </a:lnTo>
                <a:cubicBezTo>
                  <a:pt x="-103" y="46"/>
                  <a:pt x="-624" y="-411"/>
                  <a:pt x="921" y="452"/>
                </a:cubicBezTo>
                <a:close/>
              </a:path>
            </a:pathLst>
          </a:cu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75997DB8-A9C0-2C06-48E2-438901FED71D}"/>
              </a:ext>
            </a:extLst>
          </p:cNvPr>
          <p:cNvSpPr/>
          <p:nvPr/>
        </p:nvSpPr>
        <p:spPr>
          <a:xfrm>
            <a:off x="8242909" y="778663"/>
            <a:ext cx="17509" cy="1688"/>
          </a:xfrm>
          <a:custGeom>
            <a:avLst/>
            <a:gdLst>
              <a:gd name="csX0" fmla="*/ 16421 w 17509"/>
              <a:gd name="csY0" fmla="*/ 37 h 1688"/>
              <a:gd name="csX1" fmla="*/ 7566 w 17509"/>
              <a:gd name="csY1" fmla="*/ 1063 h 1688"/>
              <a:gd name="csX2" fmla="*/ 0 w 17509"/>
              <a:gd name="csY2" fmla="*/ 1688 h 1688"/>
              <a:gd name="csX3" fmla="*/ 16421 w 17509"/>
              <a:gd name="csY3" fmla="*/ 37 h 16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7509" h="1688">
                <a:moveTo>
                  <a:pt x="16421" y="37"/>
                </a:moveTo>
                <a:cubicBezTo>
                  <a:pt x="19024" y="-114"/>
                  <a:pt x="17290" y="194"/>
                  <a:pt x="7566" y="1063"/>
                </a:cubicBezTo>
                <a:lnTo>
                  <a:pt x="0" y="1688"/>
                </a:lnTo>
                <a:lnTo>
                  <a:pt x="16421" y="37"/>
                </a:lnTo>
                <a:close/>
              </a:path>
            </a:pathLst>
          </a:cu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C80C8A98-68BB-ECBA-BD6D-8B181705F8D9}"/>
              </a:ext>
            </a:extLst>
          </p:cNvPr>
          <p:cNvSpPr/>
          <p:nvPr/>
        </p:nvSpPr>
        <p:spPr>
          <a:xfrm>
            <a:off x="6889905" y="1301769"/>
            <a:ext cx="44731" cy="58697"/>
          </a:xfrm>
          <a:custGeom>
            <a:avLst/>
            <a:gdLst>
              <a:gd name="csX0" fmla="*/ 44731 w 44731"/>
              <a:gd name="csY0" fmla="*/ 0 h 58697"/>
              <a:gd name="csX1" fmla="*/ 29055 w 44731"/>
              <a:gd name="csY1" fmla="*/ 39352 h 58697"/>
              <a:gd name="csX2" fmla="*/ 7720 w 44731"/>
              <a:gd name="csY2" fmla="*/ 53524 h 58697"/>
              <a:gd name="csX3" fmla="*/ 1597 w 44731"/>
              <a:gd name="csY3" fmla="*/ 58697 h 58697"/>
              <a:gd name="csX4" fmla="*/ 0 w 44731"/>
              <a:gd name="csY4" fmla="*/ 58640 h 58697"/>
              <a:gd name="csX5" fmla="*/ 8316 w 44731"/>
              <a:gd name="csY5" fmla="*/ 43589 h 58697"/>
              <a:gd name="csX6" fmla="*/ 42344 w 44731"/>
              <a:gd name="csY6" fmla="*/ 1674 h 58697"/>
              <a:gd name="csX7" fmla="*/ 44731 w 44731"/>
              <a:gd name="csY7" fmla="*/ 0 h 5869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44731" h="58697">
                <a:moveTo>
                  <a:pt x="44731" y="0"/>
                </a:moveTo>
                <a:lnTo>
                  <a:pt x="29055" y="39352"/>
                </a:lnTo>
                <a:cubicBezTo>
                  <a:pt x="22282" y="44432"/>
                  <a:pt x="14832" y="48800"/>
                  <a:pt x="7720" y="53524"/>
                </a:cubicBezTo>
                <a:lnTo>
                  <a:pt x="1597" y="58697"/>
                </a:lnTo>
                <a:lnTo>
                  <a:pt x="0" y="58640"/>
                </a:lnTo>
                <a:lnTo>
                  <a:pt x="8316" y="43589"/>
                </a:lnTo>
                <a:cubicBezTo>
                  <a:pt x="18031" y="28535"/>
                  <a:pt x="29051" y="14399"/>
                  <a:pt x="42344" y="1674"/>
                </a:cubicBezTo>
                <a:lnTo>
                  <a:pt x="44731" y="0"/>
                </a:lnTo>
                <a:close/>
              </a:path>
            </a:pathLst>
          </a:cu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295F49F3-6A47-8505-8A27-E23BBD513D20}"/>
              </a:ext>
            </a:extLst>
          </p:cNvPr>
          <p:cNvSpPr/>
          <p:nvPr/>
        </p:nvSpPr>
        <p:spPr>
          <a:xfrm>
            <a:off x="6312960" y="2075254"/>
            <a:ext cx="142170" cy="139626"/>
          </a:xfrm>
          <a:custGeom>
            <a:avLst/>
            <a:gdLst>
              <a:gd name="csX0" fmla="*/ 0 w 142170"/>
              <a:gd name="csY0" fmla="*/ 0 h 139626"/>
              <a:gd name="csX1" fmla="*/ 105288 w 142170"/>
              <a:gd name="csY1" fmla="*/ 76458 h 139626"/>
              <a:gd name="csX2" fmla="*/ 142170 w 142170"/>
              <a:gd name="csY2" fmla="*/ 115485 h 139626"/>
              <a:gd name="csX3" fmla="*/ 118320 w 142170"/>
              <a:gd name="csY3" fmla="*/ 139626 h 139626"/>
              <a:gd name="csX4" fmla="*/ 434 w 142170"/>
              <a:gd name="csY4" fmla="*/ 16275 h 139626"/>
              <a:gd name="csX5" fmla="*/ 0 w 142170"/>
              <a:gd name="csY5" fmla="*/ 15751 h 139626"/>
              <a:gd name="csX6" fmla="*/ 0 w 142170"/>
              <a:gd name="csY6" fmla="*/ 0 h 13962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142170" h="139626">
                <a:moveTo>
                  <a:pt x="0" y="0"/>
                </a:moveTo>
                <a:lnTo>
                  <a:pt x="105288" y="76458"/>
                </a:lnTo>
                <a:lnTo>
                  <a:pt x="142170" y="115485"/>
                </a:lnTo>
                <a:lnTo>
                  <a:pt x="118320" y="139626"/>
                </a:lnTo>
                <a:cubicBezTo>
                  <a:pt x="92920" y="109993"/>
                  <a:pt x="30466" y="49736"/>
                  <a:pt x="434" y="16275"/>
                </a:cubicBezTo>
                <a:lnTo>
                  <a:pt x="0" y="15751"/>
                </a:lnTo>
                <a:lnTo>
                  <a:pt x="0" y="0"/>
                </a:lnTo>
                <a:close/>
              </a:path>
            </a:pathLst>
          </a:cu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DA123A0E-A564-AC0D-6C92-1325278B4FF6}"/>
              </a:ext>
            </a:extLst>
          </p:cNvPr>
          <p:cNvSpPr/>
          <p:nvPr/>
        </p:nvSpPr>
        <p:spPr>
          <a:xfrm>
            <a:off x="8696919" y="2733012"/>
            <a:ext cx="33718" cy="50829"/>
          </a:xfrm>
          <a:custGeom>
            <a:avLst/>
            <a:gdLst>
              <a:gd name="csX0" fmla="*/ 50 w 33718"/>
              <a:gd name="csY0" fmla="*/ 133 h 50829"/>
              <a:gd name="csX1" fmla="*/ 18011 w 33718"/>
              <a:gd name="csY1" fmla="*/ 26265 h 50829"/>
              <a:gd name="csX2" fmla="*/ 33718 w 33718"/>
              <a:gd name="csY2" fmla="*/ 48202 h 50829"/>
              <a:gd name="csX3" fmla="*/ 30521 w 33718"/>
              <a:gd name="csY3" fmla="*/ 50829 h 50829"/>
              <a:gd name="csX4" fmla="*/ 50 w 33718"/>
              <a:gd name="csY4" fmla="*/ 133 h 5082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3718" h="50829">
                <a:moveTo>
                  <a:pt x="50" y="133"/>
                </a:moveTo>
                <a:cubicBezTo>
                  <a:pt x="-679" y="-1363"/>
                  <a:pt x="6663" y="9946"/>
                  <a:pt x="18011" y="26265"/>
                </a:cubicBezTo>
                <a:lnTo>
                  <a:pt x="33718" y="48202"/>
                </a:lnTo>
                <a:lnTo>
                  <a:pt x="30521" y="50829"/>
                </a:lnTo>
                <a:cubicBezTo>
                  <a:pt x="9581" y="15930"/>
                  <a:pt x="780" y="1629"/>
                  <a:pt x="50" y="133"/>
                </a:cubicBezTo>
                <a:close/>
              </a:path>
            </a:pathLst>
          </a:cu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E9B58823-1C77-D98F-D695-F93386EBD502}"/>
              </a:ext>
            </a:extLst>
          </p:cNvPr>
          <p:cNvSpPr/>
          <p:nvPr/>
        </p:nvSpPr>
        <p:spPr>
          <a:xfrm>
            <a:off x="6888449" y="1360408"/>
            <a:ext cx="3053" cy="2636"/>
          </a:xfrm>
          <a:custGeom>
            <a:avLst/>
            <a:gdLst>
              <a:gd name="csX0" fmla="*/ 1456 w 3053"/>
              <a:gd name="csY0" fmla="*/ 0 h 2636"/>
              <a:gd name="csX1" fmla="*/ 3053 w 3053"/>
              <a:gd name="csY1" fmla="*/ 57 h 2636"/>
              <a:gd name="csX2" fmla="*/ 0 w 3053"/>
              <a:gd name="csY2" fmla="*/ 2636 h 2636"/>
              <a:gd name="csX3" fmla="*/ 1456 w 3053"/>
              <a:gd name="csY3" fmla="*/ 0 h 263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3053" h="2636">
                <a:moveTo>
                  <a:pt x="1456" y="0"/>
                </a:moveTo>
                <a:lnTo>
                  <a:pt x="3053" y="57"/>
                </a:lnTo>
                <a:lnTo>
                  <a:pt x="0" y="2636"/>
                </a:lnTo>
                <a:lnTo>
                  <a:pt x="1456" y="0"/>
                </a:lnTo>
                <a:close/>
              </a:path>
            </a:pathLst>
          </a:cu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08E19FB8-4815-EC42-10FF-7AF8AAEAE890}"/>
              </a:ext>
            </a:extLst>
          </p:cNvPr>
          <p:cNvSpPr/>
          <p:nvPr/>
        </p:nvSpPr>
        <p:spPr>
          <a:xfrm>
            <a:off x="6869584" y="1363044"/>
            <a:ext cx="18865" cy="34766"/>
          </a:xfrm>
          <a:custGeom>
            <a:avLst/>
            <a:gdLst>
              <a:gd name="csX0" fmla="*/ 18865 w 18865"/>
              <a:gd name="csY0" fmla="*/ 0 h 34766"/>
              <a:gd name="csX1" fmla="*/ 2438 w 18865"/>
              <a:gd name="csY1" fmla="*/ 29729 h 34766"/>
              <a:gd name="csX2" fmla="*/ 0 w 18865"/>
              <a:gd name="csY2" fmla="*/ 34766 h 34766"/>
              <a:gd name="csX3" fmla="*/ 8736 w 18865"/>
              <a:gd name="csY3" fmla="*/ 8556 h 34766"/>
              <a:gd name="csX4" fmla="*/ 18865 w 18865"/>
              <a:gd name="csY4" fmla="*/ 0 h 3476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8865" h="34766">
                <a:moveTo>
                  <a:pt x="18865" y="0"/>
                </a:moveTo>
                <a:lnTo>
                  <a:pt x="2438" y="29729"/>
                </a:lnTo>
                <a:lnTo>
                  <a:pt x="0" y="34766"/>
                </a:lnTo>
                <a:lnTo>
                  <a:pt x="8736" y="8556"/>
                </a:lnTo>
                <a:lnTo>
                  <a:pt x="18865" y="0"/>
                </a:lnTo>
                <a:close/>
              </a:path>
            </a:pathLst>
          </a:cu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F8DBD668-2446-FB86-3813-6CE95BCE40D1}"/>
              </a:ext>
            </a:extLst>
          </p:cNvPr>
          <p:cNvSpPr/>
          <p:nvPr/>
        </p:nvSpPr>
        <p:spPr>
          <a:xfrm>
            <a:off x="6847840" y="1397810"/>
            <a:ext cx="43046" cy="159892"/>
          </a:xfrm>
          <a:custGeom>
            <a:avLst/>
            <a:gdLst>
              <a:gd name="csX0" fmla="*/ 21744 w 43046"/>
              <a:gd name="csY0" fmla="*/ 0 h 159892"/>
              <a:gd name="csX1" fmla="*/ 20320 w 43046"/>
              <a:gd name="csY1" fmla="*/ 4270 h 159892"/>
              <a:gd name="csX2" fmla="*/ 40640 w 43046"/>
              <a:gd name="csY2" fmla="*/ 146510 h 159892"/>
              <a:gd name="csX3" fmla="*/ 43046 w 43046"/>
              <a:gd name="csY3" fmla="*/ 159892 h 159892"/>
              <a:gd name="csX4" fmla="*/ 21728 w 43046"/>
              <a:gd name="csY4" fmla="*/ 112884 h 159892"/>
              <a:gd name="csX5" fmla="*/ 0 w 43046"/>
              <a:gd name="csY5" fmla="*/ 44910 h 159892"/>
              <a:gd name="csX6" fmla="*/ 21744 w 43046"/>
              <a:gd name="csY6" fmla="*/ 0 h 15989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43046" h="159892">
                <a:moveTo>
                  <a:pt x="21744" y="0"/>
                </a:moveTo>
                <a:lnTo>
                  <a:pt x="20320" y="4270"/>
                </a:lnTo>
                <a:cubicBezTo>
                  <a:pt x="23132" y="52082"/>
                  <a:pt x="33867" y="99097"/>
                  <a:pt x="40640" y="146510"/>
                </a:cubicBezTo>
                <a:lnTo>
                  <a:pt x="43046" y="159892"/>
                </a:lnTo>
                <a:lnTo>
                  <a:pt x="21728" y="112884"/>
                </a:lnTo>
                <a:cubicBezTo>
                  <a:pt x="14486" y="90226"/>
                  <a:pt x="8467" y="66924"/>
                  <a:pt x="0" y="44910"/>
                </a:cubicBezTo>
                <a:lnTo>
                  <a:pt x="21744" y="0"/>
                </a:lnTo>
                <a:close/>
              </a:path>
            </a:pathLst>
          </a:cu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91105375-64C0-3038-81F2-A3955F417A17}"/>
              </a:ext>
            </a:extLst>
          </p:cNvPr>
          <p:cNvSpPr/>
          <p:nvPr/>
        </p:nvSpPr>
        <p:spPr>
          <a:xfrm>
            <a:off x="6890886" y="1557703"/>
            <a:ext cx="71473" cy="48479"/>
          </a:xfrm>
          <a:custGeom>
            <a:avLst/>
            <a:gdLst>
              <a:gd name="csX0" fmla="*/ 0 w 71473"/>
              <a:gd name="csY0" fmla="*/ 0 h 48479"/>
              <a:gd name="csX1" fmla="*/ 7754 w 71473"/>
              <a:gd name="csY1" fmla="*/ 17098 h 48479"/>
              <a:gd name="csX2" fmla="*/ 17914 w 71473"/>
              <a:gd name="csY2" fmla="*/ 37418 h 48479"/>
              <a:gd name="csX3" fmla="*/ 408 w 71473"/>
              <a:gd name="csY3" fmla="*/ 2269 h 48479"/>
              <a:gd name="csX4" fmla="*/ 0 w 71473"/>
              <a:gd name="csY4" fmla="*/ 0 h 4847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71473" h="48479">
                <a:moveTo>
                  <a:pt x="0" y="0"/>
                </a:moveTo>
                <a:lnTo>
                  <a:pt x="7754" y="17098"/>
                </a:lnTo>
                <a:cubicBezTo>
                  <a:pt x="26025" y="43674"/>
                  <a:pt x="135180" y="60871"/>
                  <a:pt x="17914" y="37418"/>
                </a:cubicBezTo>
                <a:cubicBezTo>
                  <a:pt x="6426" y="20186"/>
                  <a:pt x="2192" y="9602"/>
                  <a:pt x="408" y="2269"/>
                </a:cubicBezTo>
                <a:lnTo>
                  <a:pt x="0" y="0"/>
                </a:lnTo>
                <a:close/>
              </a:path>
            </a:pathLst>
          </a:cu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8D3FC51C-EDBE-78E9-F3CC-5D3DF95B62D6}"/>
              </a:ext>
            </a:extLst>
          </p:cNvPr>
          <p:cNvSpPr/>
          <p:nvPr/>
        </p:nvSpPr>
        <p:spPr>
          <a:xfrm>
            <a:off x="6296736" y="2067791"/>
            <a:ext cx="16224" cy="23214"/>
          </a:xfrm>
          <a:custGeom>
            <a:avLst/>
            <a:gdLst>
              <a:gd name="csX0" fmla="*/ 629 w 16224"/>
              <a:gd name="csY0" fmla="*/ 121 h 23214"/>
              <a:gd name="csX1" fmla="*/ 12624 w 16224"/>
              <a:gd name="csY1" fmla="*/ 4849 h 23214"/>
              <a:gd name="csX2" fmla="*/ 16224 w 16224"/>
              <a:gd name="csY2" fmla="*/ 7463 h 23214"/>
              <a:gd name="csX3" fmla="*/ 16224 w 16224"/>
              <a:gd name="csY3" fmla="*/ 23214 h 23214"/>
              <a:gd name="csX4" fmla="*/ 3085 w 16224"/>
              <a:gd name="csY4" fmla="*/ 7336 h 23214"/>
              <a:gd name="csX5" fmla="*/ 629 w 16224"/>
              <a:gd name="csY5" fmla="*/ 121 h 2321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16224" h="23214">
                <a:moveTo>
                  <a:pt x="629" y="121"/>
                </a:moveTo>
                <a:cubicBezTo>
                  <a:pt x="2033" y="-447"/>
                  <a:pt x="5846" y="976"/>
                  <a:pt x="12624" y="4849"/>
                </a:cubicBezTo>
                <a:lnTo>
                  <a:pt x="16224" y="7463"/>
                </a:lnTo>
                <a:lnTo>
                  <a:pt x="16224" y="23214"/>
                </a:lnTo>
                <a:lnTo>
                  <a:pt x="3085" y="7336"/>
                </a:lnTo>
                <a:cubicBezTo>
                  <a:pt x="228" y="3247"/>
                  <a:pt x="-776" y="689"/>
                  <a:pt x="629" y="121"/>
                </a:cubicBezTo>
                <a:close/>
              </a:path>
            </a:pathLst>
          </a:cu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  <p:sp>
        <p:nvSpPr>
          <p:cNvPr id="36" name="Isosceles Triangle 35">
            <a:extLst>
              <a:ext uri="{FF2B5EF4-FFF2-40B4-BE49-F238E27FC236}">
                <a16:creationId xmlns:a16="http://schemas.microsoft.com/office/drawing/2014/main" id="{E633D7C6-02D2-7B37-86A8-DFEA3BDAC9E3}"/>
              </a:ext>
            </a:extLst>
          </p:cNvPr>
          <p:cNvSpPr/>
          <p:nvPr/>
        </p:nvSpPr>
        <p:spPr>
          <a:xfrm rot="19668219">
            <a:off x="6835551" y="386572"/>
            <a:ext cx="237228" cy="784561"/>
          </a:xfrm>
          <a:prstGeom prst="triangle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rgbClr val="00B0F0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7" name="Isosceles Triangle 36">
            <a:extLst>
              <a:ext uri="{FF2B5EF4-FFF2-40B4-BE49-F238E27FC236}">
                <a16:creationId xmlns:a16="http://schemas.microsoft.com/office/drawing/2014/main" id="{0B68190C-13A8-FD46-0C92-087DF4224358}"/>
              </a:ext>
            </a:extLst>
          </p:cNvPr>
          <p:cNvSpPr/>
          <p:nvPr/>
        </p:nvSpPr>
        <p:spPr>
          <a:xfrm rot="1170125">
            <a:off x="9769098" y="1506381"/>
            <a:ext cx="237228" cy="784561"/>
          </a:xfrm>
          <a:prstGeom prst="triangle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rgbClr val="002060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8" name="Isosceles Triangle 37">
            <a:extLst>
              <a:ext uri="{FF2B5EF4-FFF2-40B4-BE49-F238E27FC236}">
                <a16:creationId xmlns:a16="http://schemas.microsoft.com/office/drawing/2014/main" id="{06E8BB1C-E615-A582-FC8D-82200D70AE62}"/>
              </a:ext>
            </a:extLst>
          </p:cNvPr>
          <p:cNvSpPr/>
          <p:nvPr/>
        </p:nvSpPr>
        <p:spPr>
          <a:xfrm rot="7154728">
            <a:off x="2336988" y="5333970"/>
            <a:ext cx="237228" cy="784561"/>
          </a:xfrm>
          <a:prstGeom prst="triangle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rgbClr val="FFC000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F264048-E819-1690-3393-96AA4A0BD6D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0104799">
            <a:off x="761029" y="1613426"/>
            <a:ext cx="5449615" cy="285391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C41917-C2AD-7205-6870-68A126691A7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417096">
            <a:off x="4585378" y="3627917"/>
            <a:ext cx="7211431" cy="1886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92926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A8AB869-360A-96B1-157F-F24E1DBE2F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289527C-9841-9C02-574C-6648E2C8FF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6FCBA93-05B6-29C2-2B2B-93BA507A43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914400"/>
            <a:ext cx="6239599" cy="1307590"/>
          </a:xfrm>
        </p:spPr>
        <p:txBody>
          <a:bodyPr>
            <a:normAutofit fontScale="90000"/>
          </a:bodyPr>
          <a:lstStyle/>
          <a:p>
            <a:r>
              <a:rPr lang="en-IN" dirty="0"/>
              <a:t>Code snippets </a:t>
            </a:r>
            <a:br>
              <a:rPr lang="en-IN" dirty="0"/>
            </a:br>
            <a:r>
              <a:rPr lang="en-IN" dirty="0"/>
              <a:t>for practice</a:t>
            </a:r>
            <a:endParaRPr lang="en-IN" dirty="0">
              <a:latin typeface="Milker" pitchFamily="50" charset="0"/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F39F3DC-B927-FA22-EADD-A1EA23FFE0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4672" y="722376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AFE5BDC7-D889-51F6-D1DB-AAEAD8AD847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8451" r="41229"/>
          <a:stretch>
            <a:fillRect/>
          </a:stretch>
        </p:blipFill>
        <p:spPr>
          <a:xfrm>
            <a:off x="7583424" y="0"/>
            <a:ext cx="4608576" cy="6857990"/>
          </a:xfrm>
          <a:prstGeom prst="rect">
            <a:avLst/>
          </a:prstGeom>
        </p:spPr>
      </p:pic>
      <p:sp>
        <p:nvSpPr>
          <p:cNvPr id="8" name="Freeform: Shape 7">
            <a:extLst>
              <a:ext uri="{FF2B5EF4-FFF2-40B4-BE49-F238E27FC236}">
                <a16:creationId xmlns:a16="http://schemas.microsoft.com/office/drawing/2014/main" id="{4D6DAA50-6FBD-36D7-5D9E-5BADB8575EFC}"/>
              </a:ext>
            </a:extLst>
          </p:cNvPr>
          <p:cNvSpPr/>
          <p:nvPr/>
        </p:nvSpPr>
        <p:spPr>
          <a:xfrm>
            <a:off x="5384800" y="2915920"/>
            <a:ext cx="561218" cy="1198880"/>
          </a:xfrm>
          <a:custGeom>
            <a:avLst/>
            <a:gdLst>
              <a:gd name="csX0" fmla="*/ 0 w 561218"/>
              <a:gd name="csY0" fmla="*/ 0 h 1198880"/>
              <a:gd name="csX1" fmla="*/ 0 w 561218"/>
              <a:gd name="csY1" fmla="*/ 0 h 1198880"/>
              <a:gd name="csX2" fmla="*/ 193040 w 561218"/>
              <a:gd name="csY2" fmla="*/ 132080 h 1198880"/>
              <a:gd name="csX3" fmla="*/ 457200 w 561218"/>
              <a:gd name="csY3" fmla="*/ 589280 h 1198880"/>
              <a:gd name="csX4" fmla="*/ 558800 w 561218"/>
              <a:gd name="csY4" fmla="*/ 487680 h 1198880"/>
              <a:gd name="csX5" fmla="*/ 548640 w 561218"/>
              <a:gd name="csY5" fmla="*/ 518160 h 1198880"/>
              <a:gd name="csX6" fmla="*/ 508000 w 561218"/>
              <a:gd name="csY6" fmla="*/ 711200 h 1198880"/>
              <a:gd name="csX7" fmla="*/ 457200 w 561218"/>
              <a:gd name="csY7" fmla="*/ 721360 h 1198880"/>
              <a:gd name="csX8" fmla="*/ 477520 w 561218"/>
              <a:gd name="csY8" fmla="*/ 609600 h 1198880"/>
              <a:gd name="csX9" fmla="*/ 375920 w 561218"/>
              <a:gd name="csY9" fmla="*/ 701040 h 1198880"/>
              <a:gd name="csX10" fmla="*/ 203200 w 561218"/>
              <a:gd name="csY10" fmla="*/ 843280 h 1198880"/>
              <a:gd name="csX11" fmla="*/ 213360 w 561218"/>
              <a:gd name="csY11" fmla="*/ 894080 h 1198880"/>
              <a:gd name="csX12" fmla="*/ 243840 w 561218"/>
              <a:gd name="csY12" fmla="*/ 914400 h 1198880"/>
              <a:gd name="csX13" fmla="*/ 284480 w 561218"/>
              <a:gd name="csY13" fmla="*/ 975360 h 1198880"/>
              <a:gd name="csX14" fmla="*/ 304800 w 561218"/>
              <a:gd name="csY14" fmla="*/ 1046480 h 1198880"/>
              <a:gd name="csX15" fmla="*/ 264160 w 561218"/>
              <a:gd name="csY15" fmla="*/ 1158240 h 1198880"/>
              <a:gd name="csX16" fmla="*/ 264160 w 561218"/>
              <a:gd name="csY16" fmla="*/ 1198880 h 119888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561218" h="1198880">
                <a:moveTo>
                  <a:pt x="0" y="0"/>
                </a:moveTo>
                <a:lnTo>
                  <a:pt x="0" y="0"/>
                </a:lnTo>
                <a:cubicBezTo>
                  <a:pt x="64347" y="44027"/>
                  <a:pt x="140530" y="74447"/>
                  <a:pt x="193040" y="132080"/>
                </a:cubicBezTo>
                <a:cubicBezTo>
                  <a:pt x="401257" y="360611"/>
                  <a:pt x="392384" y="378627"/>
                  <a:pt x="457200" y="589280"/>
                </a:cubicBezTo>
                <a:cubicBezTo>
                  <a:pt x="491067" y="555413"/>
                  <a:pt x="520994" y="517085"/>
                  <a:pt x="558800" y="487680"/>
                </a:cubicBezTo>
                <a:cubicBezTo>
                  <a:pt x="567254" y="481105"/>
                  <a:pt x="551013" y="507717"/>
                  <a:pt x="548640" y="518160"/>
                </a:cubicBezTo>
                <a:cubicBezTo>
                  <a:pt x="534067" y="582282"/>
                  <a:pt x="534984" y="651235"/>
                  <a:pt x="508000" y="711200"/>
                </a:cubicBezTo>
                <a:cubicBezTo>
                  <a:pt x="500914" y="726948"/>
                  <a:pt x="474133" y="717973"/>
                  <a:pt x="457200" y="721360"/>
                </a:cubicBezTo>
                <a:cubicBezTo>
                  <a:pt x="463973" y="684107"/>
                  <a:pt x="514254" y="618783"/>
                  <a:pt x="477520" y="609600"/>
                </a:cubicBezTo>
                <a:cubicBezTo>
                  <a:pt x="433317" y="598549"/>
                  <a:pt x="410604" y="671494"/>
                  <a:pt x="375920" y="701040"/>
                </a:cubicBezTo>
                <a:cubicBezTo>
                  <a:pt x="319144" y="749405"/>
                  <a:pt x="203200" y="843280"/>
                  <a:pt x="203200" y="843280"/>
                </a:cubicBezTo>
                <a:cubicBezTo>
                  <a:pt x="206587" y="860213"/>
                  <a:pt x="204792" y="879087"/>
                  <a:pt x="213360" y="894080"/>
                </a:cubicBezTo>
                <a:cubicBezTo>
                  <a:pt x="219418" y="904682"/>
                  <a:pt x="235799" y="905210"/>
                  <a:pt x="243840" y="914400"/>
                </a:cubicBezTo>
                <a:cubicBezTo>
                  <a:pt x="259922" y="932779"/>
                  <a:pt x="270933" y="955040"/>
                  <a:pt x="284480" y="975360"/>
                </a:cubicBezTo>
                <a:cubicBezTo>
                  <a:pt x="291253" y="999067"/>
                  <a:pt x="304800" y="1021825"/>
                  <a:pt x="304800" y="1046480"/>
                </a:cubicBezTo>
                <a:cubicBezTo>
                  <a:pt x="304800" y="1136295"/>
                  <a:pt x="280468" y="1093009"/>
                  <a:pt x="264160" y="1158240"/>
                </a:cubicBezTo>
                <a:cubicBezTo>
                  <a:pt x="260874" y="1171382"/>
                  <a:pt x="264160" y="1185333"/>
                  <a:pt x="264160" y="1198880"/>
                </a:cubicBezTo>
              </a:path>
            </a:pathLst>
          </a:custGeom>
          <a:noFill/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D95CDA26-2685-B2E1-B0B9-F947656C0A58}"/>
              </a:ext>
            </a:extLst>
          </p:cNvPr>
          <p:cNvSpPr/>
          <p:nvPr/>
        </p:nvSpPr>
        <p:spPr>
          <a:xfrm>
            <a:off x="10237893" y="2468100"/>
            <a:ext cx="24395" cy="4601"/>
          </a:xfrm>
          <a:custGeom>
            <a:avLst/>
            <a:gdLst>
              <a:gd name="csX0" fmla="*/ 1841 w 24395"/>
              <a:gd name="csY0" fmla="*/ 278 h 4601"/>
              <a:gd name="csX1" fmla="*/ 16169 w 24395"/>
              <a:gd name="csY1" fmla="*/ 2955 h 4601"/>
              <a:gd name="csX2" fmla="*/ 24395 w 24395"/>
              <a:gd name="csY2" fmla="*/ 4601 h 4601"/>
              <a:gd name="csX3" fmla="*/ 3388 w 24395"/>
              <a:gd name="csY3" fmla="*/ 780 h 4601"/>
              <a:gd name="csX4" fmla="*/ 1841 w 24395"/>
              <a:gd name="csY4" fmla="*/ 278 h 460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24395" h="4601">
                <a:moveTo>
                  <a:pt x="1841" y="278"/>
                </a:moveTo>
                <a:cubicBezTo>
                  <a:pt x="4502" y="736"/>
                  <a:pt x="9810" y="1724"/>
                  <a:pt x="16169" y="2955"/>
                </a:cubicBezTo>
                <a:lnTo>
                  <a:pt x="24395" y="4601"/>
                </a:lnTo>
                <a:lnTo>
                  <a:pt x="3388" y="780"/>
                </a:lnTo>
                <a:cubicBezTo>
                  <a:pt x="-836" y="-110"/>
                  <a:pt x="-821" y="-181"/>
                  <a:pt x="1841" y="278"/>
                </a:cubicBezTo>
                <a:close/>
              </a:path>
            </a:pathLst>
          </a:cu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275D92A4-38B1-4C0F-1444-FB7A2325E8B0}"/>
              </a:ext>
            </a:extLst>
          </p:cNvPr>
          <p:cNvSpPr/>
          <p:nvPr/>
        </p:nvSpPr>
        <p:spPr>
          <a:xfrm>
            <a:off x="5688040" y="2980284"/>
            <a:ext cx="7537" cy="4539"/>
          </a:xfrm>
          <a:custGeom>
            <a:avLst/>
            <a:gdLst>
              <a:gd name="csX0" fmla="*/ 921 w 7537"/>
              <a:gd name="csY0" fmla="*/ 452 h 4539"/>
              <a:gd name="csX1" fmla="*/ 7537 w 7537"/>
              <a:gd name="csY1" fmla="*/ 4539 h 4539"/>
              <a:gd name="csX2" fmla="*/ 1583 w 7537"/>
              <a:gd name="csY2" fmla="*/ 1123 h 4539"/>
              <a:gd name="csX3" fmla="*/ 921 w 7537"/>
              <a:gd name="csY3" fmla="*/ 452 h 453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7537" h="4539">
                <a:moveTo>
                  <a:pt x="921" y="452"/>
                </a:moveTo>
                <a:lnTo>
                  <a:pt x="7537" y="4539"/>
                </a:lnTo>
                <a:lnTo>
                  <a:pt x="1583" y="1123"/>
                </a:lnTo>
                <a:cubicBezTo>
                  <a:pt x="-103" y="46"/>
                  <a:pt x="-624" y="-411"/>
                  <a:pt x="921" y="452"/>
                </a:cubicBezTo>
                <a:close/>
              </a:path>
            </a:pathLst>
          </a:cu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E4AA634C-8CF2-13FD-0265-BC0146C1AEA5}"/>
              </a:ext>
            </a:extLst>
          </p:cNvPr>
          <p:cNvSpPr/>
          <p:nvPr/>
        </p:nvSpPr>
        <p:spPr>
          <a:xfrm>
            <a:off x="8242909" y="778663"/>
            <a:ext cx="17509" cy="1688"/>
          </a:xfrm>
          <a:custGeom>
            <a:avLst/>
            <a:gdLst>
              <a:gd name="csX0" fmla="*/ 16421 w 17509"/>
              <a:gd name="csY0" fmla="*/ 37 h 1688"/>
              <a:gd name="csX1" fmla="*/ 7566 w 17509"/>
              <a:gd name="csY1" fmla="*/ 1063 h 1688"/>
              <a:gd name="csX2" fmla="*/ 0 w 17509"/>
              <a:gd name="csY2" fmla="*/ 1688 h 1688"/>
              <a:gd name="csX3" fmla="*/ 16421 w 17509"/>
              <a:gd name="csY3" fmla="*/ 37 h 16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7509" h="1688">
                <a:moveTo>
                  <a:pt x="16421" y="37"/>
                </a:moveTo>
                <a:cubicBezTo>
                  <a:pt x="19024" y="-114"/>
                  <a:pt x="17290" y="194"/>
                  <a:pt x="7566" y="1063"/>
                </a:cubicBezTo>
                <a:lnTo>
                  <a:pt x="0" y="1688"/>
                </a:lnTo>
                <a:lnTo>
                  <a:pt x="16421" y="37"/>
                </a:lnTo>
                <a:close/>
              </a:path>
            </a:pathLst>
          </a:cu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66F5872E-76A0-5D65-EB84-AE4A6FABD687}"/>
              </a:ext>
            </a:extLst>
          </p:cNvPr>
          <p:cNvSpPr/>
          <p:nvPr/>
        </p:nvSpPr>
        <p:spPr>
          <a:xfrm>
            <a:off x="6889905" y="1301769"/>
            <a:ext cx="44731" cy="58697"/>
          </a:xfrm>
          <a:custGeom>
            <a:avLst/>
            <a:gdLst>
              <a:gd name="csX0" fmla="*/ 44731 w 44731"/>
              <a:gd name="csY0" fmla="*/ 0 h 58697"/>
              <a:gd name="csX1" fmla="*/ 29055 w 44731"/>
              <a:gd name="csY1" fmla="*/ 39352 h 58697"/>
              <a:gd name="csX2" fmla="*/ 7720 w 44731"/>
              <a:gd name="csY2" fmla="*/ 53524 h 58697"/>
              <a:gd name="csX3" fmla="*/ 1597 w 44731"/>
              <a:gd name="csY3" fmla="*/ 58697 h 58697"/>
              <a:gd name="csX4" fmla="*/ 0 w 44731"/>
              <a:gd name="csY4" fmla="*/ 58640 h 58697"/>
              <a:gd name="csX5" fmla="*/ 8316 w 44731"/>
              <a:gd name="csY5" fmla="*/ 43589 h 58697"/>
              <a:gd name="csX6" fmla="*/ 42344 w 44731"/>
              <a:gd name="csY6" fmla="*/ 1674 h 58697"/>
              <a:gd name="csX7" fmla="*/ 44731 w 44731"/>
              <a:gd name="csY7" fmla="*/ 0 h 5869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44731" h="58697">
                <a:moveTo>
                  <a:pt x="44731" y="0"/>
                </a:moveTo>
                <a:lnTo>
                  <a:pt x="29055" y="39352"/>
                </a:lnTo>
                <a:cubicBezTo>
                  <a:pt x="22282" y="44432"/>
                  <a:pt x="14832" y="48800"/>
                  <a:pt x="7720" y="53524"/>
                </a:cubicBezTo>
                <a:lnTo>
                  <a:pt x="1597" y="58697"/>
                </a:lnTo>
                <a:lnTo>
                  <a:pt x="0" y="58640"/>
                </a:lnTo>
                <a:lnTo>
                  <a:pt x="8316" y="43589"/>
                </a:lnTo>
                <a:cubicBezTo>
                  <a:pt x="18031" y="28535"/>
                  <a:pt x="29051" y="14399"/>
                  <a:pt x="42344" y="1674"/>
                </a:cubicBezTo>
                <a:lnTo>
                  <a:pt x="44731" y="0"/>
                </a:lnTo>
                <a:close/>
              </a:path>
            </a:pathLst>
          </a:cu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56388D8E-97FC-50ED-89C0-91A6CFB92B3A}"/>
              </a:ext>
            </a:extLst>
          </p:cNvPr>
          <p:cNvSpPr/>
          <p:nvPr/>
        </p:nvSpPr>
        <p:spPr>
          <a:xfrm>
            <a:off x="6312960" y="2075254"/>
            <a:ext cx="142170" cy="139626"/>
          </a:xfrm>
          <a:custGeom>
            <a:avLst/>
            <a:gdLst>
              <a:gd name="csX0" fmla="*/ 0 w 142170"/>
              <a:gd name="csY0" fmla="*/ 0 h 139626"/>
              <a:gd name="csX1" fmla="*/ 105288 w 142170"/>
              <a:gd name="csY1" fmla="*/ 76458 h 139626"/>
              <a:gd name="csX2" fmla="*/ 142170 w 142170"/>
              <a:gd name="csY2" fmla="*/ 115485 h 139626"/>
              <a:gd name="csX3" fmla="*/ 118320 w 142170"/>
              <a:gd name="csY3" fmla="*/ 139626 h 139626"/>
              <a:gd name="csX4" fmla="*/ 434 w 142170"/>
              <a:gd name="csY4" fmla="*/ 16275 h 139626"/>
              <a:gd name="csX5" fmla="*/ 0 w 142170"/>
              <a:gd name="csY5" fmla="*/ 15751 h 139626"/>
              <a:gd name="csX6" fmla="*/ 0 w 142170"/>
              <a:gd name="csY6" fmla="*/ 0 h 13962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142170" h="139626">
                <a:moveTo>
                  <a:pt x="0" y="0"/>
                </a:moveTo>
                <a:lnTo>
                  <a:pt x="105288" y="76458"/>
                </a:lnTo>
                <a:lnTo>
                  <a:pt x="142170" y="115485"/>
                </a:lnTo>
                <a:lnTo>
                  <a:pt x="118320" y="139626"/>
                </a:lnTo>
                <a:cubicBezTo>
                  <a:pt x="92920" y="109993"/>
                  <a:pt x="30466" y="49736"/>
                  <a:pt x="434" y="16275"/>
                </a:cubicBezTo>
                <a:lnTo>
                  <a:pt x="0" y="15751"/>
                </a:lnTo>
                <a:lnTo>
                  <a:pt x="0" y="0"/>
                </a:lnTo>
                <a:close/>
              </a:path>
            </a:pathLst>
          </a:cu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5D019482-9F15-F4A3-1E24-BD4B3C10C871}"/>
              </a:ext>
            </a:extLst>
          </p:cNvPr>
          <p:cNvSpPr/>
          <p:nvPr/>
        </p:nvSpPr>
        <p:spPr>
          <a:xfrm>
            <a:off x="8696919" y="2733012"/>
            <a:ext cx="33718" cy="50829"/>
          </a:xfrm>
          <a:custGeom>
            <a:avLst/>
            <a:gdLst>
              <a:gd name="csX0" fmla="*/ 50 w 33718"/>
              <a:gd name="csY0" fmla="*/ 133 h 50829"/>
              <a:gd name="csX1" fmla="*/ 18011 w 33718"/>
              <a:gd name="csY1" fmla="*/ 26265 h 50829"/>
              <a:gd name="csX2" fmla="*/ 33718 w 33718"/>
              <a:gd name="csY2" fmla="*/ 48202 h 50829"/>
              <a:gd name="csX3" fmla="*/ 30521 w 33718"/>
              <a:gd name="csY3" fmla="*/ 50829 h 50829"/>
              <a:gd name="csX4" fmla="*/ 50 w 33718"/>
              <a:gd name="csY4" fmla="*/ 133 h 5082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3718" h="50829">
                <a:moveTo>
                  <a:pt x="50" y="133"/>
                </a:moveTo>
                <a:cubicBezTo>
                  <a:pt x="-679" y="-1363"/>
                  <a:pt x="6663" y="9946"/>
                  <a:pt x="18011" y="26265"/>
                </a:cubicBezTo>
                <a:lnTo>
                  <a:pt x="33718" y="48202"/>
                </a:lnTo>
                <a:lnTo>
                  <a:pt x="30521" y="50829"/>
                </a:lnTo>
                <a:cubicBezTo>
                  <a:pt x="9581" y="15930"/>
                  <a:pt x="780" y="1629"/>
                  <a:pt x="50" y="133"/>
                </a:cubicBezTo>
                <a:close/>
              </a:path>
            </a:pathLst>
          </a:cu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74C084EB-B2B7-0D9E-13F7-F160537ECC4D}"/>
              </a:ext>
            </a:extLst>
          </p:cNvPr>
          <p:cNvSpPr/>
          <p:nvPr/>
        </p:nvSpPr>
        <p:spPr>
          <a:xfrm>
            <a:off x="6888449" y="1360408"/>
            <a:ext cx="3053" cy="2636"/>
          </a:xfrm>
          <a:custGeom>
            <a:avLst/>
            <a:gdLst>
              <a:gd name="csX0" fmla="*/ 1456 w 3053"/>
              <a:gd name="csY0" fmla="*/ 0 h 2636"/>
              <a:gd name="csX1" fmla="*/ 3053 w 3053"/>
              <a:gd name="csY1" fmla="*/ 57 h 2636"/>
              <a:gd name="csX2" fmla="*/ 0 w 3053"/>
              <a:gd name="csY2" fmla="*/ 2636 h 2636"/>
              <a:gd name="csX3" fmla="*/ 1456 w 3053"/>
              <a:gd name="csY3" fmla="*/ 0 h 263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3053" h="2636">
                <a:moveTo>
                  <a:pt x="1456" y="0"/>
                </a:moveTo>
                <a:lnTo>
                  <a:pt x="3053" y="57"/>
                </a:lnTo>
                <a:lnTo>
                  <a:pt x="0" y="2636"/>
                </a:lnTo>
                <a:lnTo>
                  <a:pt x="1456" y="0"/>
                </a:lnTo>
                <a:close/>
              </a:path>
            </a:pathLst>
          </a:cu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10440BD0-8995-828E-C537-AA99E8BFE6F4}"/>
              </a:ext>
            </a:extLst>
          </p:cNvPr>
          <p:cNvSpPr/>
          <p:nvPr/>
        </p:nvSpPr>
        <p:spPr>
          <a:xfrm>
            <a:off x="6869584" y="1363044"/>
            <a:ext cx="18865" cy="34766"/>
          </a:xfrm>
          <a:custGeom>
            <a:avLst/>
            <a:gdLst>
              <a:gd name="csX0" fmla="*/ 18865 w 18865"/>
              <a:gd name="csY0" fmla="*/ 0 h 34766"/>
              <a:gd name="csX1" fmla="*/ 2438 w 18865"/>
              <a:gd name="csY1" fmla="*/ 29729 h 34766"/>
              <a:gd name="csX2" fmla="*/ 0 w 18865"/>
              <a:gd name="csY2" fmla="*/ 34766 h 34766"/>
              <a:gd name="csX3" fmla="*/ 8736 w 18865"/>
              <a:gd name="csY3" fmla="*/ 8556 h 34766"/>
              <a:gd name="csX4" fmla="*/ 18865 w 18865"/>
              <a:gd name="csY4" fmla="*/ 0 h 3476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8865" h="34766">
                <a:moveTo>
                  <a:pt x="18865" y="0"/>
                </a:moveTo>
                <a:lnTo>
                  <a:pt x="2438" y="29729"/>
                </a:lnTo>
                <a:lnTo>
                  <a:pt x="0" y="34766"/>
                </a:lnTo>
                <a:lnTo>
                  <a:pt x="8736" y="8556"/>
                </a:lnTo>
                <a:lnTo>
                  <a:pt x="18865" y="0"/>
                </a:lnTo>
                <a:close/>
              </a:path>
            </a:pathLst>
          </a:cu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B8654762-6EB3-B701-7050-A0552801851E}"/>
              </a:ext>
            </a:extLst>
          </p:cNvPr>
          <p:cNvSpPr/>
          <p:nvPr/>
        </p:nvSpPr>
        <p:spPr>
          <a:xfrm>
            <a:off x="6847840" y="1397810"/>
            <a:ext cx="43046" cy="159892"/>
          </a:xfrm>
          <a:custGeom>
            <a:avLst/>
            <a:gdLst>
              <a:gd name="csX0" fmla="*/ 21744 w 43046"/>
              <a:gd name="csY0" fmla="*/ 0 h 159892"/>
              <a:gd name="csX1" fmla="*/ 20320 w 43046"/>
              <a:gd name="csY1" fmla="*/ 4270 h 159892"/>
              <a:gd name="csX2" fmla="*/ 40640 w 43046"/>
              <a:gd name="csY2" fmla="*/ 146510 h 159892"/>
              <a:gd name="csX3" fmla="*/ 43046 w 43046"/>
              <a:gd name="csY3" fmla="*/ 159892 h 159892"/>
              <a:gd name="csX4" fmla="*/ 21728 w 43046"/>
              <a:gd name="csY4" fmla="*/ 112884 h 159892"/>
              <a:gd name="csX5" fmla="*/ 0 w 43046"/>
              <a:gd name="csY5" fmla="*/ 44910 h 159892"/>
              <a:gd name="csX6" fmla="*/ 21744 w 43046"/>
              <a:gd name="csY6" fmla="*/ 0 h 15989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43046" h="159892">
                <a:moveTo>
                  <a:pt x="21744" y="0"/>
                </a:moveTo>
                <a:lnTo>
                  <a:pt x="20320" y="4270"/>
                </a:lnTo>
                <a:cubicBezTo>
                  <a:pt x="23132" y="52082"/>
                  <a:pt x="33867" y="99097"/>
                  <a:pt x="40640" y="146510"/>
                </a:cubicBezTo>
                <a:lnTo>
                  <a:pt x="43046" y="159892"/>
                </a:lnTo>
                <a:lnTo>
                  <a:pt x="21728" y="112884"/>
                </a:lnTo>
                <a:cubicBezTo>
                  <a:pt x="14486" y="90226"/>
                  <a:pt x="8467" y="66924"/>
                  <a:pt x="0" y="44910"/>
                </a:cubicBezTo>
                <a:lnTo>
                  <a:pt x="21744" y="0"/>
                </a:lnTo>
                <a:close/>
              </a:path>
            </a:pathLst>
          </a:cu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E6047500-96E2-739C-8602-1630A92DCC37}"/>
              </a:ext>
            </a:extLst>
          </p:cNvPr>
          <p:cNvSpPr/>
          <p:nvPr/>
        </p:nvSpPr>
        <p:spPr>
          <a:xfrm>
            <a:off x="6890886" y="1557703"/>
            <a:ext cx="71473" cy="48479"/>
          </a:xfrm>
          <a:custGeom>
            <a:avLst/>
            <a:gdLst>
              <a:gd name="csX0" fmla="*/ 0 w 71473"/>
              <a:gd name="csY0" fmla="*/ 0 h 48479"/>
              <a:gd name="csX1" fmla="*/ 7754 w 71473"/>
              <a:gd name="csY1" fmla="*/ 17098 h 48479"/>
              <a:gd name="csX2" fmla="*/ 17914 w 71473"/>
              <a:gd name="csY2" fmla="*/ 37418 h 48479"/>
              <a:gd name="csX3" fmla="*/ 408 w 71473"/>
              <a:gd name="csY3" fmla="*/ 2269 h 48479"/>
              <a:gd name="csX4" fmla="*/ 0 w 71473"/>
              <a:gd name="csY4" fmla="*/ 0 h 4847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71473" h="48479">
                <a:moveTo>
                  <a:pt x="0" y="0"/>
                </a:moveTo>
                <a:lnTo>
                  <a:pt x="7754" y="17098"/>
                </a:lnTo>
                <a:cubicBezTo>
                  <a:pt x="26025" y="43674"/>
                  <a:pt x="135180" y="60871"/>
                  <a:pt x="17914" y="37418"/>
                </a:cubicBezTo>
                <a:cubicBezTo>
                  <a:pt x="6426" y="20186"/>
                  <a:pt x="2192" y="9602"/>
                  <a:pt x="408" y="2269"/>
                </a:cubicBezTo>
                <a:lnTo>
                  <a:pt x="0" y="0"/>
                </a:lnTo>
                <a:close/>
              </a:path>
            </a:pathLst>
          </a:cu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CD5E472-D0A1-3CF7-46C3-972457E436EC}"/>
              </a:ext>
            </a:extLst>
          </p:cNvPr>
          <p:cNvSpPr/>
          <p:nvPr/>
        </p:nvSpPr>
        <p:spPr>
          <a:xfrm>
            <a:off x="6296736" y="2067791"/>
            <a:ext cx="16224" cy="23214"/>
          </a:xfrm>
          <a:custGeom>
            <a:avLst/>
            <a:gdLst>
              <a:gd name="csX0" fmla="*/ 629 w 16224"/>
              <a:gd name="csY0" fmla="*/ 121 h 23214"/>
              <a:gd name="csX1" fmla="*/ 12624 w 16224"/>
              <a:gd name="csY1" fmla="*/ 4849 h 23214"/>
              <a:gd name="csX2" fmla="*/ 16224 w 16224"/>
              <a:gd name="csY2" fmla="*/ 7463 h 23214"/>
              <a:gd name="csX3" fmla="*/ 16224 w 16224"/>
              <a:gd name="csY3" fmla="*/ 23214 h 23214"/>
              <a:gd name="csX4" fmla="*/ 3085 w 16224"/>
              <a:gd name="csY4" fmla="*/ 7336 h 23214"/>
              <a:gd name="csX5" fmla="*/ 629 w 16224"/>
              <a:gd name="csY5" fmla="*/ 121 h 2321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16224" h="23214">
                <a:moveTo>
                  <a:pt x="629" y="121"/>
                </a:moveTo>
                <a:cubicBezTo>
                  <a:pt x="2033" y="-447"/>
                  <a:pt x="5846" y="976"/>
                  <a:pt x="12624" y="4849"/>
                </a:cubicBezTo>
                <a:lnTo>
                  <a:pt x="16224" y="7463"/>
                </a:lnTo>
                <a:lnTo>
                  <a:pt x="16224" y="23214"/>
                </a:lnTo>
                <a:lnTo>
                  <a:pt x="3085" y="7336"/>
                </a:lnTo>
                <a:cubicBezTo>
                  <a:pt x="228" y="3247"/>
                  <a:pt x="-776" y="689"/>
                  <a:pt x="629" y="121"/>
                </a:cubicBezTo>
                <a:close/>
              </a:path>
            </a:pathLst>
          </a:cu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  <p:sp>
        <p:nvSpPr>
          <p:cNvPr id="36" name="Isosceles Triangle 35">
            <a:extLst>
              <a:ext uri="{FF2B5EF4-FFF2-40B4-BE49-F238E27FC236}">
                <a16:creationId xmlns:a16="http://schemas.microsoft.com/office/drawing/2014/main" id="{56D47475-F8DE-D860-554B-B1AE1CDE16BB}"/>
              </a:ext>
            </a:extLst>
          </p:cNvPr>
          <p:cNvSpPr/>
          <p:nvPr/>
        </p:nvSpPr>
        <p:spPr>
          <a:xfrm rot="19668219">
            <a:off x="6835551" y="386572"/>
            <a:ext cx="237228" cy="784561"/>
          </a:xfrm>
          <a:prstGeom prst="triangle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rgbClr val="00B0F0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7" name="Isosceles Triangle 36">
            <a:extLst>
              <a:ext uri="{FF2B5EF4-FFF2-40B4-BE49-F238E27FC236}">
                <a16:creationId xmlns:a16="http://schemas.microsoft.com/office/drawing/2014/main" id="{6097220E-E7B2-D859-8EC3-1D9297001951}"/>
              </a:ext>
            </a:extLst>
          </p:cNvPr>
          <p:cNvSpPr/>
          <p:nvPr/>
        </p:nvSpPr>
        <p:spPr>
          <a:xfrm rot="1170125">
            <a:off x="9769098" y="1506381"/>
            <a:ext cx="237228" cy="784561"/>
          </a:xfrm>
          <a:prstGeom prst="triangle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rgbClr val="002060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8" name="Isosceles Triangle 37">
            <a:extLst>
              <a:ext uri="{FF2B5EF4-FFF2-40B4-BE49-F238E27FC236}">
                <a16:creationId xmlns:a16="http://schemas.microsoft.com/office/drawing/2014/main" id="{AA81BEFD-867B-5637-52CB-ECCED7962EB7}"/>
              </a:ext>
            </a:extLst>
          </p:cNvPr>
          <p:cNvSpPr/>
          <p:nvPr/>
        </p:nvSpPr>
        <p:spPr>
          <a:xfrm rot="7154728">
            <a:off x="2336988" y="5333970"/>
            <a:ext cx="237228" cy="784561"/>
          </a:xfrm>
          <a:prstGeom prst="triangle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rgbClr val="FFC000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30D01F7-8964-7E9C-329B-864BDEDEEB8E}"/>
              </a:ext>
            </a:extLst>
          </p:cNvPr>
          <p:cNvSpPr txBox="1"/>
          <p:nvPr/>
        </p:nvSpPr>
        <p:spPr>
          <a:xfrm>
            <a:off x="1418930" y="2578717"/>
            <a:ext cx="3081950" cy="1200329"/>
          </a:xfrm>
          <a:prstGeom prst="rect">
            <a:avLst/>
          </a:prstGeom>
          <a:noFill/>
          <a:ln w="28575">
            <a:solidFill>
              <a:srgbClr val="0070C0"/>
            </a:solidFill>
          </a:ln>
        </p:spPr>
        <p:txBody>
          <a:bodyPr wrap="square">
            <a:spAutoFit/>
          </a:bodyPr>
          <a:lstStyle/>
          <a:p>
            <a:r>
              <a:rPr lang="en-IN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const</a:t>
            </a:r>
            <a:r>
              <a:rPr lang="en-IN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IN" dirty="0" err="1">
                <a:latin typeface="Courier New" panose="02070309020205020404" pitchFamily="49" charset="0"/>
                <a:cs typeface="Courier New" panose="02070309020205020404" pitchFamily="49" charset="0"/>
              </a:rPr>
              <a:t>activeUsers</a:t>
            </a:r>
            <a:r>
              <a:rPr lang="en-IN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IN" dirty="0" err="1">
                <a:latin typeface="Courier New" panose="02070309020205020404" pitchFamily="49" charset="0"/>
                <a:cs typeface="Courier New" panose="02070309020205020404" pitchFamily="49" charset="0"/>
              </a:rPr>
              <a:t>users.filter</a:t>
            </a:r>
            <a:r>
              <a:rPr lang="en-IN" dirty="0">
                <a:latin typeface="Courier New" panose="02070309020205020404" pitchFamily="49" charset="0"/>
                <a:cs typeface="Courier New" panose="02070309020205020404" pitchFamily="49" charset="0"/>
              </a:rPr>
              <a:t>(u =&gt; {</a:t>
            </a:r>
          </a:p>
          <a:p>
            <a:r>
              <a:rPr lang="en-IN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IN" dirty="0" err="1">
                <a:latin typeface="Courier New" panose="02070309020205020404" pitchFamily="49" charset="0"/>
                <a:cs typeface="Courier New" panose="02070309020205020404" pitchFamily="49" charset="0"/>
              </a:rPr>
              <a:t>u.isActive</a:t>
            </a:r>
            <a:r>
              <a:rPr lang="en-IN" dirty="0">
                <a:latin typeface="Courier New" panose="02070309020205020404" pitchFamily="49" charset="0"/>
                <a:cs typeface="Courier New" panose="02070309020205020404" pitchFamily="49" charset="0"/>
              </a:rPr>
              <a:t>;  </a:t>
            </a:r>
          </a:p>
          <a:p>
            <a:r>
              <a:rPr lang="en-IN" dirty="0">
                <a:latin typeface="Courier New" panose="02070309020205020404" pitchFamily="49" charset="0"/>
                <a:cs typeface="Courier New" panose="02070309020205020404" pitchFamily="49" charset="0"/>
              </a:rPr>
              <a:t>});</a:t>
            </a:r>
          </a:p>
        </p:txBody>
      </p:sp>
      <p:pic>
        <p:nvPicPr>
          <p:cNvPr id="12" name="Graphic 11" descr="Badge 1 outline">
            <a:extLst>
              <a:ext uri="{FF2B5EF4-FFF2-40B4-BE49-F238E27FC236}">
                <a16:creationId xmlns:a16="http://schemas.microsoft.com/office/drawing/2014/main" id="{20B9AC77-70F1-FCBB-BE91-CE169D91D9F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21542" y="2578717"/>
            <a:ext cx="914400" cy="91440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4A84222A-D79D-3562-8790-B473417DB55E}"/>
              </a:ext>
            </a:extLst>
          </p:cNvPr>
          <p:cNvSpPr txBox="1"/>
          <p:nvPr/>
        </p:nvSpPr>
        <p:spPr>
          <a:xfrm>
            <a:off x="5648919" y="2416649"/>
            <a:ext cx="6096000" cy="2031325"/>
          </a:xfrm>
          <a:prstGeom prst="rect">
            <a:avLst/>
          </a:prstGeom>
          <a:noFill/>
          <a:ln w="28575">
            <a:solidFill>
              <a:srgbClr val="0070C0"/>
            </a:solidFill>
          </a:ln>
        </p:spPr>
        <p:txBody>
          <a:bodyPr wrap="square">
            <a:spAutoFit/>
          </a:bodyPr>
          <a:lstStyle>
            <a:defPPr>
              <a:defRPr lang="en-US"/>
            </a:defPPr>
            <a:lvl1pPr>
              <a:defRPr>
                <a:latin typeface="Courier New" panose="02070309020205020404" pitchFamily="49" charset="0"/>
                <a:cs typeface="Courier New" panose="02070309020205020404" pitchFamily="49" charset="0"/>
              </a:defRPr>
            </a:lvl1pPr>
          </a:lstStyle>
          <a:p>
            <a:r>
              <a:rPr lang="en-IN" dirty="0"/>
              <a:t>function </a:t>
            </a:r>
            <a:r>
              <a:rPr lang="en-IN" dirty="0" err="1"/>
              <a:t>searchNames</a:t>
            </a:r>
            <a:r>
              <a:rPr lang="en-IN" dirty="0"/>
              <a:t>(names, query) {</a:t>
            </a:r>
          </a:p>
          <a:p>
            <a:r>
              <a:rPr lang="en-IN" dirty="0"/>
              <a:t>  return </a:t>
            </a:r>
            <a:r>
              <a:rPr lang="en-IN" dirty="0" err="1"/>
              <a:t>names.filter</a:t>
            </a:r>
            <a:r>
              <a:rPr lang="en-IN" dirty="0"/>
              <a:t>(n =&gt;</a:t>
            </a:r>
          </a:p>
          <a:p>
            <a:r>
              <a:rPr lang="en-IN" dirty="0"/>
              <a:t>    </a:t>
            </a:r>
            <a:r>
              <a:rPr lang="en-IN" dirty="0" err="1"/>
              <a:t>n.toLowerCase</a:t>
            </a:r>
            <a:r>
              <a:rPr lang="en-IN" dirty="0"/>
              <a:t>().</a:t>
            </a:r>
            <a:r>
              <a:rPr lang="en-IN" dirty="0" err="1"/>
              <a:t>startsWith</a:t>
            </a:r>
            <a:r>
              <a:rPr lang="en-IN" dirty="0"/>
              <a:t>(</a:t>
            </a:r>
            <a:r>
              <a:rPr lang="en-IN" dirty="0" err="1"/>
              <a:t>query.toLowerCase</a:t>
            </a:r>
            <a:r>
              <a:rPr lang="en-IN" dirty="0"/>
              <a:t>())</a:t>
            </a:r>
          </a:p>
          <a:p>
            <a:r>
              <a:rPr lang="en-IN" dirty="0"/>
              <a:t>  );</a:t>
            </a:r>
          </a:p>
          <a:p>
            <a:r>
              <a:rPr lang="en-IN" dirty="0"/>
              <a:t>}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558765E-B81E-D602-51CB-4C6A6F325BB5}"/>
              </a:ext>
            </a:extLst>
          </p:cNvPr>
          <p:cNvSpPr txBox="1"/>
          <p:nvPr/>
        </p:nvSpPr>
        <p:spPr>
          <a:xfrm>
            <a:off x="5648918" y="4486434"/>
            <a:ext cx="6095999" cy="646331"/>
          </a:xfrm>
          <a:prstGeom prst="rect">
            <a:avLst/>
          </a:prstGeom>
          <a:noFill/>
          <a:ln w="28575">
            <a:solidFill>
              <a:srgbClr val="0070C0"/>
            </a:solidFill>
          </a:ln>
        </p:spPr>
        <p:txBody>
          <a:bodyPr wrap="square">
            <a:spAutoFit/>
          </a:bodyPr>
          <a:lstStyle>
            <a:defPPr>
              <a:defRPr lang="en-US"/>
            </a:defPPr>
            <a:lvl1pPr>
              <a:defRPr>
                <a:latin typeface="Courier New" panose="02070309020205020404" pitchFamily="49" charset="0"/>
                <a:cs typeface="Courier New" panose="02070309020205020404" pitchFamily="49" charset="0"/>
              </a:defRPr>
            </a:lvl1pPr>
          </a:lstStyle>
          <a:p>
            <a:r>
              <a:rPr lang="en-IN" dirty="0"/>
              <a:t>// Change: match query anywhere in the name, not only at the start</a:t>
            </a:r>
          </a:p>
        </p:txBody>
      </p:sp>
      <p:pic>
        <p:nvPicPr>
          <p:cNvPr id="21" name="Graphic 20" descr="Badge outline">
            <a:extLst>
              <a:ext uri="{FF2B5EF4-FFF2-40B4-BE49-F238E27FC236}">
                <a16:creationId xmlns:a16="http://schemas.microsoft.com/office/drawing/2014/main" id="{FE7C0B14-925B-92CA-26D6-4A0533595F6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839711" y="2980284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0478300"/>
      </p:ext>
    </p:extLst>
  </p:cSld>
  <p:clrMapOvr>
    <a:masterClrMapping/>
  </p:clrMapOvr>
</p:sld>
</file>

<file path=ppt/theme/theme1.xml><?xml version="1.0" encoding="utf-8"?>
<a:theme xmlns:a="http://schemas.openxmlformats.org/drawingml/2006/main" name="ChronicleVTI">
  <a:themeElements>
    <a:clrScheme name="Chronicle">
      <a:dk1>
        <a:srgbClr val="000000"/>
      </a:dk1>
      <a:lt1>
        <a:srgbClr val="FFFFFF"/>
      </a:lt1>
      <a:dk2>
        <a:srgbClr val="1C1C32"/>
      </a:dk2>
      <a:lt2>
        <a:srgbClr val="F8F4F1"/>
      </a:lt2>
      <a:accent1>
        <a:srgbClr val="734B67"/>
      </a:accent1>
      <a:accent2>
        <a:srgbClr val="959EBB"/>
      </a:accent2>
      <a:accent3>
        <a:srgbClr val="596781"/>
      </a:accent3>
      <a:accent4>
        <a:srgbClr val="7F6E8C"/>
      </a:accent4>
      <a:accent5>
        <a:srgbClr val="DB9A8F"/>
      </a:accent5>
      <a:accent6>
        <a:srgbClr val="C29AB1"/>
      </a:accent6>
      <a:hlink>
        <a:srgbClr val="778BA2"/>
      </a:hlink>
      <a:folHlink>
        <a:srgbClr val="A27C99"/>
      </a:folHlink>
    </a:clrScheme>
    <a:fontScheme name="Univers Calisto">
      <a:majorFont>
        <a:latin typeface="Univers Condensed"/>
        <a:ea typeface=""/>
        <a:cs typeface=""/>
      </a:majorFont>
      <a:minorFont>
        <a:latin typeface="Calisto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 w="12700" cap="flat" cmpd="sng" algn="ctr">
          <a:noFill/>
          <a:prstDash val="solid"/>
          <a:miter lim="800000"/>
        </a:ln>
        <a:effectLst/>
        <a:extLst>
          <a:ext uri="{91240B29-F687-4F45-9708-019B960494DF}">
            <a14:hiddenLine xmlns:a14="http://schemas.microsoft.com/office/drawing/2010/main" w="12700" cap="flat" cmpd="sng" algn="ctr">
              <a:solidFill>
                <a:schemeClr val="accent1">
                  <a:shade val="50000"/>
                </a:schemeClr>
              </a:solidFill>
              <a:prstDash val="solid"/>
              <a:miter lim="800000"/>
            </a14:hiddenLine>
          </a:ext>
        </a:extLst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ChronicleVTI" id="{508E4D90-5116-4BF0-876B-3F422DD1F65F}" vid="{AA21DC3D-92A8-43A4-8358-ED428371CD5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182</TotalTime>
  <Words>340</Words>
  <Application>Microsoft Office PowerPoint</Application>
  <PresentationFormat>Widescreen</PresentationFormat>
  <Paragraphs>56</Paragraphs>
  <Slides>10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9" baseType="lpstr">
      <vt:lpstr>Akira Expanded</vt:lpstr>
      <vt:lpstr>Aptos</vt:lpstr>
      <vt:lpstr>Arial</vt:lpstr>
      <vt:lpstr>Calisto MT</vt:lpstr>
      <vt:lpstr>Consolas</vt:lpstr>
      <vt:lpstr>Courier New</vt:lpstr>
      <vt:lpstr>Milker</vt:lpstr>
      <vt:lpstr>Univers Condensed</vt:lpstr>
      <vt:lpstr>ChronicleVTI</vt:lpstr>
      <vt:lpstr>GitHub Copilot</vt:lpstr>
      <vt:lpstr>Add artifacts</vt:lpstr>
      <vt:lpstr>Ghost suggestion</vt:lpstr>
      <vt:lpstr>suggestions with comments</vt:lpstr>
      <vt:lpstr>Next edit suggestions</vt:lpstr>
      <vt:lpstr>Catch and correct mistakes</vt:lpstr>
      <vt:lpstr>Match and change in intent</vt:lpstr>
      <vt:lpstr>Update code syntax</vt:lpstr>
      <vt:lpstr>refactor</vt:lpstr>
      <vt:lpstr>Code snippets  for practice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Vijay Perepa</dc:creator>
  <cp:lastModifiedBy>Vijay Perepa</cp:lastModifiedBy>
  <cp:revision>3</cp:revision>
  <dcterms:created xsi:type="dcterms:W3CDTF">2026-01-16T06:17:20Z</dcterms:created>
  <dcterms:modified xsi:type="dcterms:W3CDTF">2026-01-16T09:20:17Z</dcterms:modified>
</cp:coreProperties>
</file>