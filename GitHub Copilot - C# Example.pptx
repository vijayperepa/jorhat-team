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85" d="100"/>
          <a:sy n="85" d="100"/>
        </p:scale>
        <p:origin x="54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E42E-86E2-2B97-38CE-D11ABB166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294C4-08FA-72B6-6C66-0E17D0787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91D55-646A-457D-3301-89691D08A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65996-E2C4-AD7A-CC68-83F58CF3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CFC47-BAB1-2471-3EC1-B71D16C2A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207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3827-98FB-EC39-A112-D5BEEC53C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689E-A119-2DD8-693D-362DF181F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6E66D-187F-AAE0-AA19-56B9FAA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19982-B3DE-B37A-F8F3-56C465E2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3C4B1-4106-7A16-C000-A93223388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6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1117C-4EDE-E19C-8E79-F3F58329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EBBA2-585B-F4DF-A1CD-B4A469937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D3B41-8620-2B86-31E5-8F57C081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4A6D0-4418-8447-2E3E-667B3E43E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8EE7A-352D-1FD8-A0C3-70D2CC1DB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30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D439-9773-84FD-9909-BA9D34FB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D2AF4-6D6E-E8D1-EB1D-FD2C715E5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2884E-4E9A-E91D-2B00-ECB23A785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431503-23CB-FC92-BEC5-EF7B2CC8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C3A40-9385-62AA-531E-63D686DC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565C0-80BA-7CBC-B423-0602666C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96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4ECA-F729-3E82-3516-F374FF84C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E658A-6D35-010A-5652-92675B76B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0DC0B-F501-28EC-FD08-41EE39895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E04C3F-E97B-982D-BFEC-BB2FDB4EC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47FAA-1DD4-AC98-35A4-214608AAD2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0DDFD9-36EE-3735-7749-F9FFE461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481BD4-A8AA-AFCB-A9E0-CF7232E24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8336A8-3F93-29CE-102C-4DB7BB16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71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0364-2E7B-4B23-5F89-F265C03EC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09DBE-BB24-5534-C43F-59EC0F43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DF8235-72FA-5C1C-EB47-E679E28B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415100-308C-2166-0AD7-B17A7533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61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00868F-3741-E540-A3F7-168ECAD57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483BC-5A0C-904A-31BC-87A07888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7E135-E74C-D8BE-525F-10E51508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59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3BD1-D7E7-AA2A-91FC-FB6F9CC5F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FD9FE-E692-8437-6511-AF78B1A01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F1EFB-563A-4D0F-5793-BE0DBCAEB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DD50C-1F04-CB15-0917-446FE519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7A407-7F88-44EB-1AE3-08AA8D95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B2766-621F-C7D5-8158-1691404E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231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8F347-8503-4CAD-28D8-A56FDCFA1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892C4-806B-F776-3C63-39831F6E5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B9F3D-EC2E-899C-E6BE-7CD23E014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291B1-5FA4-4F54-B931-0F364B190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F326B-618A-80AA-AA56-B16289763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24D1C-E9C4-7B38-4209-6615DE3A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76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3743-6234-F282-6338-A506D772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2D1F1-E604-8AF4-B2A6-4797EDBCB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FECB8-04E0-FDEF-772C-27135C0E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39F67-7299-2675-8D78-A8DFB15FC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20C3-427C-324F-0D32-95344E0D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76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79D659-81BB-B767-6E49-C7873CDD1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2E014-9723-96D2-E96B-9EF7AF7EA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2DD77-DE68-B0E1-ADD2-C65A077A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13618-6A96-E094-0EBC-350C48C9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74667-3F72-BE60-EBD4-1D10F1CC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41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15893-1F4C-F908-C8F6-7F6682871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CD786-2451-8BE4-A048-71E5A5906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6D387-10BE-F2E5-4A41-B721CC97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3E0ABB-DF1E-495B-AD0E-1D59B9C35F7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7D65B-BF8C-092A-885E-91BA2649F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C79D6-495C-3DA3-BCBF-F70F03D0D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50F98-E803-4F11-8A8F-D4FC9450BA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840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5454EDC-3E4C-1BB8-4366-CBA34EDF42C5}"/>
              </a:ext>
            </a:extLst>
          </p:cNvPr>
          <p:cNvSpPr/>
          <p:nvPr/>
        </p:nvSpPr>
        <p:spPr>
          <a:xfrm>
            <a:off x="1" y="0"/>
            <a:ext cx="6212785" cy="6858000"/>
          </a:xfrm>
          <a:custGeom>
            <a:avLst/>
            <a:gdLst>
              <a:gd name="csX0" fmla="*/ 0 w 6212785"/>
              <a:gd name="csY0" fmla="*/ 0 h 6858000"/>
              <a:gd name="csX1" fmla="*/ 6212785 w 6212785"/>
              <a:gd name="csY1" fmla="*/ 0 h 6858000"/>
              <a:gd name="csX2" fmla="*/ 6185647 w 6212785"/>
              <a:gd name="csY2" fmla="*/ 8965 h 6858000"/>
              <a:gd name="csX3" fmla="*/ 6176682 w 6212785"/>
              <a:gd name="csY3" fmla="*/ 35859 h 6858000"/>
              <a:gd name="csX4" fmla="*/ 6158753 w 6212785"/>
              <a:gd name="csY4" fmla="*/ 116541 h 6858000"/>
              <a:gd name="csX5" fmla="*/ 6176682 w 6212785"/>
              <a:gd name="csY5" fmla="*/ 224118 h 6858000"/>
              <a:gd name="csX6" fmla="*/ 6140824 w 6212785"/>
              <a:gd name="csY6" fmla="*/ 385482 h 6858000"/>
              <a:gd name="csX7" fmla="*/ 6051176 w 6212785"/>
              <a:gd name="csY7" fmla="*/ 672353 h 6858000"/>
              <a:gd name="csX8" fmla="*/ 6078071 w 6212785"/>
              <a:gd name="csY8" fmla="*/ 717176 h 6858000"/>
              <a:gd name="csX9" fmla="*/ 6060141 w 6212785"/>
              <a:gd name="csY9" fmla="*/ 842682 h 6858000"/>
              <a:gd name="csX10" fmla="*/ 6078071 w 6212785"/>
              <a:gd name="csY10" fmla="*/ 869576 h 6858000"/>
              <a:gd name="csX11" fmla="*/ 6060141 w 6212785"/>
              <a:gd name="csY11" fmla="*/ 1030941 h 6858000"/>
              <a:gd name="csX12" fmla="*/ 6051176 w 6212785"/>
              <a:gd name="csY12" fmla="*/ 1084729 h 6858000"/>
              <a:gd name="csX13" fmla="*/ 6131859 w 6212785"/>
              <a:gd name="csY13" fmla="*/ 1138518 h 6858000"/>
              <a:gd name="csX14" fmla="*/ 6113929 w 6212785"/>
              <a:gd name="csY14" fmla="*/ 1228165 h 6858000"/>
              <a:gd name="csX15" fmla="*/ 5898776 w 6212785"/>
              <a:gd name="csY15" fmla="*/ 1362635 h 6858000"/>
              <a:gd name="csX16" fmla="*/ 5880847 w 6212785"/>
              <a:gd name="csY16" fmla="*/ 1398494 h 6858000"/>
              <a:gd name="csX17" fmla="*/ 5925671 w 6212785"/>
              <a:gd name="csY17" fmla="*/ 1524000 h 6858000"/>
              <a:gd name="csX18" fmla="*/ 5943600 w 6212785"/>
              <a:gd name="csY18" fmla="*/ 1586753 h 6858000"/>
              <a:gd name="csX19" fmla="*/ 6033247 w 6212785"/>
              <a:gd name="csY19" fmla="*/ 1712259 h 6858000"/>
              <a:gd name="csX20" fmla="*/ 6060141 w 6212785"/>
              <a:gd name="csY20" fmla="*/ 1757082 h 6858000"/>
              <a:gd name="csX21" fmla="*/ 5952565 w 6212785"/>
              <a:gd name="csY21" fmla="*/ 1927412 h 6858000"/>
              <a:gd name="csX22" fmla="*/ 5871882 w 6212785"/>
              <a:gd name="csY22" fmla="*/ 2008094 h 6858000"/>
              <a:gd name="csX23" fmla="*/ 5880847 w 6212785"/>
              <a:gd name="csY23" fmla="*/ 2357718 h 6858000"/>
              <a:gd name="csX24" fmla="*/ 5943600 w 6212785"/>
              <a:gd name="csY24" fmla="*/ 2420471 h 6858000"/>
              <a:gd name="csX25" fmla="*/ 5988424 w 6212785"/>
              <a:gd name="csY25" fmla="*/ 2528047 h 6858000"/>
              <a:gd name="csX26" fmla="*/ 5880847 w 6212785"/>
              <a:gd name="csY26" fmla="*/ 2743200 h 6858000"/>
              <a:gd name="csX27" fmla="*/ 5898776 w 6212785"/>
              <a:gd name="csY27" fmla="*/ 2850776 h 6858000"/>
              <a:gd name="csX28" fmla="*/ 5970494 w 6212785"/>
              <a:gd name="csY28" fmla="*/ 2931459 h 6858000"/>
              <a:gd name="csX29" fmla="*/ 6006353 w 6212785"/>
              <a:gd name="csY29" fmla="*/ 3012141 h 6858000"/>
              <a:gd name="csX30" fmla="*/ 6024282 w 6212785"/>
              <a:gd name="csY30" fmla="*/ 3146612 h 6858000"/>
              <a:gd name="csX31" fmla="*/ 6167718 w 6212785"/>
              <a:gd name="csY31" fmla="*/ 3299012 h 6858000"/>
              <a:gd name="csX32" fmla="*/ 6149788 w 6212785"/>
              <a:gd name="csY32" fmla="*/ 3352800 h 6858000"/>
              <a:gd name="csX33" fmla="*/ 6185647 w 6212785"/>
              <a:gd name="csY33" fmla="*/ 3532094 h 6858000"/>
              <a:gd name="csX34" fmla="*/ 6131859 w 6212785"/>
              <a:gd name="csY34" fmla="*/ 3594847 h 6858000"/>
              <a:gd name="csX35" fmla="*/ 5925671 w 6212785"/>
              <a:gd name="csY35" fmla="*/ 3675529 h 6858000"/>
              <a:gd name="csX36" fmla="*/ 5943600 w 6212785"/>
              <a:gd name="csY36" fmla="*/ 3747247 h 6858000"/>
              <a:gd name="csX37" fmla="*/ 5925671 w 6212785"/>
              <a:gd name="csY37" fmla="*/ 3810000 h 6858000"/>
              <a:gd name="csX38" fmla="*/ 5773271 w 6212785"/>
              <a:gd name="csY38" fmla="*/ 4069976 h 6858000"/>
              <a:gd name="csX39" fmla="*/ 5737412 w 6212785"/>
              <a:gd name="csY39" fmla="*/ 4258235 h 6858000"/>
              <a:gd name="csX40" fmla="*/ 5800165 w 6212785"/>
              <a:gd name="csY40" fmla="*/ 4329953 h 6858000"/>
              <a:gd name="csX41" fmla="*/ 5898776 w 6212785"/>
              <a:gd name="csY41" fmla="*/ 4374776 h 6858000"/>
              <a:gd name="csX42" fmla="*/ 5943600 w 6212785"/>
              <a:gd name="csY42" fmla="*/ 4446494 h 6858000"/>
              <a:gd name="csX43" fmla="*/ 6015318 w 6212785"/>
              <a:gd name="csY43" fmla="*/ 4580965 h 6858000"/>
              <a:gd name="csX44" fmla="*/ 6122894 w 6212785"/>
              <a:gd name="csY44" fmla="*/ 4643718 h 6858000"/>
              <a:gd name="csX45" fmla="*/ 6006353 w 6212785"/>
              <a:gd name="csY45" fmla="*/ 4760259 h 6858000"/>
              <a:gd name="csX46" fmla="*/ 6015318 w 6212785"/>
              <a:gd name="csY46" fmla="*/ 4921624 h 6858000"/>
              <a:gd name="csX47" fmla="*/ 5970494 w 6212785"/>
              <a:gd name="csY47" fmla="*/ 5020235 h 6858000"/>
              <a:gd name="csX48" fmla="*/ 5880847 w 6212785"/>
              <a:gd name="csY48" fmla="*/ 5145741 h 6858000"/>
              <a:gd name="csX49" fmla="*/ 5871882 w 6212785"/>
              <a:gd name="csY49" fmla="*/ 5199529 h 6858000"/>
              <a:gd name="csX50" fmla="*/ 5809129 w 6212785"/>
              <a:gd name="csY50" fmla="*/ 5298141 h 6858000"/>
              <a:gd name="csX51" fmla="*/ 5800165 w 6212785"/>
              <a:gd name="csY51" fmla="*/ 5334000 h 6858000"/>
              <a:gd name="csX52" fmla="*/ 5827059 w 6212785"/>
              <a:gd name="csY52" fmla="*/ 5396753 h 6858000"/>
              <a:gd name="csX53" fmla="*/ 5836024 w 6212785"/>
              <a:gd name="csY53" fmla="*/ 5432612 h 6858000"/>
              <a:gd name="csX54" fmla="*/ 5925671 w 6212785"/>
              <a:gd name="csY54" fmla="*/ 5540188 h 6858000"/>
              <a:gd name="csX55" fmla="*/ 5925671 w 6212785"/>
              <a:gd name="csY55" fmla="*/ 5701553 h 6858000"/>
              <a:gd name="csX56" fmla="*/ 5952565 w 6212785"/>
              <a:gd name="csY56" fmla="*/ 5719482 h 6858000"/>
              <a:gd name="csX57" fmla="*/ 5943600 w 6212785"/>
              <a:gd name="csY57" fmla="*/ 5791200 h 6858000"/>
              <a:gd name="csX58" fmla="*/ 5916706 w 6212785"/>
              <a:gd name="csY58" fmla="*/ 5961529 h 6858000"/>
              <a:gd name="csX59" fmla="*/ 5988424 w 6212785"/>
              <a:gd name="csY59" fmla="*/ 6033247 h 6858000"/>
              <a:gd name="csX60" fmla="*/ 6024282 w 6212785"/>
              <a:gd name="csY60" fmla="*/ 6078071 h 6858000"/>
              <a:gd name="csX61" fmla="*/ 5889812 w 6212785"/>
              <a:gd name="csY61" fmla="*/ 6203576 h 6858000"/>
              <a:gd name="csX62" fmla="*/ 5889812 w 6212785"/>
              <a:gd name="csY62" fmla="*/ 6320118 h 6858000"/>
              <a:gd name="csX63" fmla="*/ 5907741 w 6212785"/>
              <a:gd name="csY63" fmla="*/ 6391835 h 6858000"/>
              <a:gd name="csX64" fmla="*/ 5943600 w 6212785"/>
              <a:gd name="csY64" fmla="*/ 6517341 h 6858000"/>
              <a:gd name="csX65" fmla="*/ 6051176 w 6212785"/>
              <a:gd name="csY65" fmla="*/ 6678706 h 6858000"/>
              <a:gd name="csX66" fmla="*/ 6113929 w 6212785"/>
              <a:gd name="csY66" fmla="*/ 6741459 h 6858000"/>
              <a:gd name="csX67" fmla="*/ 6148892 w 6212785"/>
              <a:gd name="csY67" fmla="*/ 6858000 h 6858000"/>
              <a:gd name="csX68" fmla="*/ 0 w 6212785"/>
              <a:gd name="csY68" fmla="*/ 6858000 h 6858000"/>
              <a:gd name="csX69" fmla="*/ 0 w 6212785"/>
              <a:gd name="csY69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6212785" h="6858000">
                <a:moveTo>
                  <a:pt x="0" y="0"/>
                </a:moveTo>
                <a:lnTo>
                  <a:pt x="6212785" y="0"/>
                </a:lnTo>
                <a:lnTo>
                  <a:pt x="6185647" y="8965"/>
                </a:lnTo>
                <a:cubicBezTo>
                  <a:pt x="6177012" y="12803"/>
                  <a:pt x="6178974" y="26692"/>
                  <a:pt x="6176682" y="35859"/>
                </a:cubicBezTo>
                <a:cubicBezTo>
                  <a:pt x="6170000" y="62586"/>
                  <a:pt x="6164729" y="89647"/>
                  <a:pt x="6158753" y="116541"/>
                </a:cubicBezTo>
                <a:cubicBezTo>
                  <a:pt x="6164729" y="152400"/>
                  <a:pt x="6179100" y="187845"/>
                  <a:pt x="6176682" y="224118"/>
                </a:cubicBezTo>
                <a:cubicBezTo>
                  <a:pt x="6173017" y="279096"/>
                  <a:pt x="6154188" y="332027"/>
                  <a:pt x="6140824" y="385482"/>
                </a:cubicBezTo>
                <a:cubicBezTo>
                  <a:pt x="6092403" y="579165"/>
                  <a:pt x="6105807" y="535775"/>
                  <a:pt x="6051176" y="672353"/>
                </a:cubicBezTo>
                <a:cubicBezTo>
                  <a:pt x="6060141" y="687294"/>
                  <a:pt x="6075421" y="699954"/>
                  <a:pt x="6078071" y="717176"/>
                </a:cubicBezTo>
                <a:cubicBezTo>
                  <a:pt x="6079866" y="728844"/>
                  <a:pt x="6063248" y="824043"/>
                  <a:pt x="6060141" y="842682"/>
                </a:cubicBezTo>
                <a:cubicBezTo>
                  <a:pt x="6066118" y="851647"/>
                  <a:pt x="6074664" y="859355"/>
                  <a:pt x="6078071" y="869576"/>
                </a:cubicBezTo>
                <a:cubicBezTo>
                  <a:pt x="6100154" y="935826"/>
                  <a:pt x="6077121" y="954530"/>
                  <a:pt x="6060141" y="1030941"/>
                </a:cubicBezTo>
                <a:cubicBezTo>
                  <a:pt x="6056198" y="1048685"/>
                  <a:pt x="6054164" y="1066800"/>
                  <a:pt x="6051176" y="1084729"/>
                </a:cubicBezTo>
                <a:cubicBezTo>
                  <a:pt x="6078070" y="1102659"/>
                  <a:pt x="6109003" y="1115662"/>
                  <a:pt x="6131859" y="1138518"/>
                </a:cubicBezTo>
                <a:cubicBezTo>
                  <a:pt x="6156468" y="1163126"/>
                  <a:pt x="6128792" y="1213302"/>
                  <a:pt x="6113929" y="1228165"/>
                </a:cubicBezTo>
                <a:cubicBezTo>
                  <a:pt x="6030182" y="1311912"/>
                  <a:pt x="5996762" y="1318097"/>
                  <a:pt x="5898776" y="1362635"/>
                </a:cubicBezTo>
                <a:cubicBezTo>
                  <a:pt x="5892800" y="1374588"/>
                  <a:pt x="5880847" y="1385130"/>
                  <a:pt x="5880847" y="1398494"/>
                </a:cubicBezTo>
                <a:cubicBezTo>
                  <a:pt x="5880847" y="1474981"/>
                  <a:pt x="5890718" y="1477398"/>
                  <a:pt x="5925671" y="1524000"/>
                </a:cubicBezTo>
                <a:cubicBezTo>
                  <a:pt x="5931647" y="1544918"/>
                  <a:pt x="5932807" y="1567865"/>
                  <a:pt x="5943600" y="1586753"/>
                </a:cubicBezTo>
                <a:cubicBezTo>
                  <a:pt x="5969107" y="1631391"/>
                  <a:pt x="6004216" y="1669829"/>
                  <a:pt x="6033247" y="1712259"/>
                </a:cubicBezTo>
                <a:cubicBezTo>
                  <a:pt x="6043086" y="1726639"/>
                  <a:pt x="6051176" y="1742141"/>
                  <a:pt x="6060141" y="1757082"/>
                </a:cubicBezTo>
                <a:cubicBezTo>
                  <a:pt x="6024282" y="1813859"/>
                  <a:pt x="5992856" y="1873690"/>
                  <a:pt x="5952565" y="1927412"/>
                </a:cubicBezTo>
                <a:cubicBezTo>
                  <a:pt x="5929745" y="1957839"/>
                  <a:pt x="5878135" y="1970577"/>
                  <a:pt x="5871882" y="2008094"/>
                </a:cubicBezTo>
                <a:cubicBezTo>
                  <a:pt x="5852716" y="2123087"/>
                  <a:pt x="5860872" y="2242862"/>
                  <a:pt x="5880847" y="2357718"/>
                </a:cubicBezTo>
                <a:cubicBezTo>
                  <a:pt x="5885916" y="2386863"/>
                  <a:pt x="5922682" y="2399553"/>
                  <a:pt x="5943600" y="2420471"/>
                </a:cubicBezTo>
                <a:cubicBezTo>
                  <a:pt x="5958541" y="2456330"/>
                  <a:pt x="5999587" y="2490838"/>
                  <a:pt x="5988424" y="2528047"/>
                </a:cubicBezTo>
                <a:cubicBezTo>
                  <a:pt x="5947238" y="2665331"/>
                  <a:pt x="5978400" y="2591451"/>
                  <a:pt x="5880847" y="2743200"/>
                </a:cubicBezTo>
                <a:cubicBezTo>
                  <a:pt x="5886823" y="2779059"/>
                  <a:pt x="5883147" y="2817954"/>
                  <a:pt x="5898776" y="2850776"/>
                </a:cubicBezTo>
                <a:cubicBezTo>
                  <a:pt x="5914246" y="2883264"/>
                  <a:pt x="5950534" y="2901519"/>
                  <a:pt x="5970494" y="2931459"/>
                </a:cubicBezTo>
                <a:cubicBezTo>
                  <a:pt x="5986819" y="2955947"/>
                  <a:pt x="5994400" y="2985247"/>
                  <a:pt x="6006353" y="3012141"/>
                </a:cubicBezTo>
                <a:cubicBezTo>
                  <a:pt x="6012329" y="3056965"/>
                  <a:pt x="6002112" y="3107199"/>
                  <a:pt x="6024282" y="3146612"/>
                </a:cubicBezTo>
                <a:cubicBezTo>
                  <a:pt x="6058483" y="3207414"/>
                  <a:pt x="6167718" y="3299012"/>
                  <a:pt x="6167718" y="3299012"/>
                </a:cubicBezTo>
                <a:cubicBezTo>
                  <a:pt x="6161741" y="3316941"/>
                  <a:pt x="6148967" y="3333919"/>
                  <a:pt x="6149788" y="3352800"/>
                </a:cubicBezTo>
                <a:cubicBezTo>
                  <a:pt x="6153593" y="3440314"/>
                  <a:pt x="6164899" y="3469853"/>
                  <a:pt x="6185647" y="3532094"/>
                </a:cubicBezTo>
                <a:cubicBezTo>
                  <a:pt x="6167718" y="3553012"/>
                  <a:pt x="6156501" y="3582526"/>
                  <a:pt x="6131859" y="3594847"/>
                </a:cubicBezTo>
                <a:cubicBezTo>
                  <a:pt x="5818868" y="3751343"/>
                  <a:pt x="6059737" y="3568278"/>
                  <a:pt x="5925671" y="3675529"/>
                </a:cubicBezTo>
                <a:cubicBezTo>
                  <a:pt x="5931647" y="3699435"/>
                  <a:pt x="5943600" y="3722605"/>
                  <a:pt x="5943600" y="3747247"/>
                </a:cubicBezTo>
                <a:cubicBezTo>
                  <a:pt x="5943600" y="3769002"/>
                  <a:pt x="5935825" y="3790761"/>
                  <a:pt x="5925671" y="3810000"/>
                </a:cubicBezTo>
                <a:cubicBezTo>
                  <a:pt x="5878785" y="3898837"/>
                  <a:pt x="5824071" y="3983317"/>
                  <a:pt x="5773271" y="4069976"/>
                </a:cubicBezTo>
                <a:cubicBezTo>
                  <a:pt x="5770674" y="4080363"/>
                  <a:pt x="5727865" y="4231185"/>
                  <a:pt x="5737412" y="4258235"/>
                </a:cubicBezTo>
                <a:cubicBezTo>
                  <a:pt x="5747984" y="4288189"/>
                  <a:pt x="5774413" y="4311355"/>
                  <a:pt x="5800165" y="4329953"/>
                </a:cubicBezTo>
                <a:cubicBezTo>
                  <a:pt x="5829436" y="4351093"/>
                  <a:pt x="5865906" y="4359835"/>
                  <a:pt x="5898776" y="4374776"/>
                </a:cubicBezTo>
                <a:cubicBezTo>
                  <a:pt x="5913717" y="4398682"/>
                  <a:pt x="5931596" y="4420986"/>
                  <a:pt x="5943600" y="4446494"/>
                </a:cubicBezTo>
                <a:cubicBezTo>
                  <a:pt x="5975445" y="4514165"/>
                  <a:pt x="5954346" y="4534339"/>
                  <a:pt x="6015318" y="4580965"/>
                </a:cubicBezTo>
                <a:cubicBezTo>
                  <a:pt x="6048295" y="4606183"/>
                  <a:pt x="6087035" y="4622800"/>
                  <a:pt x="6122894" y="4643718"/>
                </a:cubicBezTo>
                <a:cubicBezTo>
                  <a:pt x="6084047" y="4682565"/>
                  <a:pt x="6026185" y="4709026"/>
                  <a:pt x="6006353" y="4760259"/>
                </a:cubicBezTo>
                <a:cubicBezTo>
                  <a:pt x="5986906" y="4810498"/>
                  <a:pt x="6022679" y="4868258"/>
                  <a:pt x="6015318" y="4921624"/>
                </a:cubicBezTo>
                <a:cubicBezTo>
                  <a:pt x="6010384" y="4957392"/>
                  <a:pt x="5987784" y="4988537"/>
                  <a:pt x="5970494" y="5020235"/>
                </a:cubicBezTo>
                <a:cubicBezTo>
                  <a:pt x="5922795" y="5107682"/>
                  <a:pt x="5928178" y="5098410"/>
                  <a:pt x="5880847" y="5145741"/>
                </a:cubicBezTo>
                <a:cubicBezTo>
                  <a:pt x="5877859" y="5163670"/>
                  <a:pt x="5877630" y="5182285"/>
                  <a:pt x="5871882" y="5199529"/>
                </a:cubicBezTo>
                <a:cubicBezTo>
                  <a:pt x="5856688" y="5245112"/>
                  <a:pt x="5838176" y="5261833"/>
                  <a:pt x="5809129" y="5298141"/>
                </a:cubicBezTo>
                <a:cubicBezTo>
                  <a:pt x="5806141" y="5310094"/>
                  <a:pt x="5800165" y="5321679"/>
                  <a:pt x="5800165" y="5334000"/>
                </a:cubicBezTo>
                <a:cubicBezTo>
                  <a:pt x="5800165" y="5362947"/>
                  <a:pt x="5812418" y="5374793"/>
                  <a:pt x="5827059" y="5396753"/>
                </a:cubicBezTo>
                <a:cubicBezTo>
                  <a:pt x="5830047" y="5408706"/>
                  <a:pt x="5829816" y="5421969"/>
                  <a:pt x="5836024" y="5432612"/>
                </a:cubicBezTo>
                <a:cubicBezTo>
                  <a:pt x="5865858" y="5483756"/>
                  <a:pt x="5887970" y="5502487"/>
                  <a:pt x="5925671" y="5540188"/>
                </a:cubicBezTo>
                <a:cubicBezTo>
                  <a:pt x="5918781" y="5595303"/>
                  <a:pt x="5907078" y="5645775"/>
                  <a:pt x="5925671" y="5701553"/>
                </a:cubicBezTo>
                <a:cubicBezTo>
                  <a:pt x="5929078" y="5711774"/>
                  <a:pt x="5943600" y="5713506"/>
                  <a:pt x="5952565" y="5719482"/>
                </a:cubicBezTo>
                <a:cubicBezTo>
                  <a:pt x="5949577" y="5743388"/>
                  <a:pt x="5947131" y="5767368"/>
                  <a:pt x="5943600" y="5791200"/>
                </a:cubicBezTo>
                <a:cubicBezTo>
                  <a:pt x="5935176" y="5848059"/>
                  <a:pt x="5916706" y="5961529"/>
                  <a:pt x="5916706" y="5961529"/>
                </a:cubicBezTo>
                <a:cubicBezTo>
                  <a:pt x="5940612" y="5985435"/>
                  <a:pt x="5965493" y="6008404"/>
                  <a:pt x="5988424" y="6033247"/>
                </a:cubicBezTo>
                <a:cubicBezTo>
                  <a:pt x="6001402" y="6047307"/>
                  <a:pt x="6029212" y="6059583"/>
                  <a:pt x="6024282" y="6078071"/>
                </a:cubicBezTo>
                <a:cubicBezTo>
                  <a:pt x="6005758" y="6147536"/>
                  <a:pt x="5942828" y="6173282"/>
                  <a:pt x="5889812" y="6203576"/>
                </a:cubicBezTo>
                <a:cubicBezTo>
                  <a:pt x="5934707" y="6338265"/>
                  <a:pt x="5889812" y="6169827"/>
                  <a:pt x="5889812" y="6320118"/>
                </a:cubicBezTo>
                <a:cubicBezTo>
                  <a:pt x="5889812" y="6344759"/>
                  <a:pt x="5901257" y="6368062"/>
                  <a:pt x="5907741" y="6391835"/>
                </a:cubicBezTo>
                <a:cubicBezTo>
                  <a:pt x="5919189" y="6433811"/>
                  <a:pt x="5928731" y="6476451"/>
                  <a:pt x="5943600" y="6517341"/>
                </a:cubicBezTo>
                <a:cubicBezTo>
                  <a:pt x="5966438" y="6580146"/>
                  <a:pt x="6005908" y="6629956"/>
                  <a:pt x="6051176" y="6678706"/>
                </a:cubicBezTo>
                <a:cubicBezTo>
                  <a:pt x="6139258" y="6773564"/>
                  <a:pt x="6065766" y="6669213"/>
                  <a:pt x="6113929" y="6741459"/>
                </a:cubicBezTo>
                <a:lnTo>
                  <a:pt x="614889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EA14E60-5FB1-1A64-50E7-0A4F7D5CAB33}"/>
              </a:ext>
            </a:extLst>
          </p:cNvPr>
          <p:cNvSpPr/>
          <p:nvPr/>
        </p:nvSpPr>
        <p:spPr>
          <a:xfrm>
            <a:off x="7239720" y="3499000"/>
            <a:ext cx="1572" cy="46715"/>
          </a:xfrm>
          <a:custGeom>
            <a:avLst/>
            <a:gdLst>
              <a:gd name="csX0" fmla="*/ 1572 w 1572"/>
              <a:gd name="csY0" fmla="*/ 0 h 46715"/>
              <a:gd name="csX1" fmla="*/ 1541 w 1572"/>
              <a:gd name="csY1" fmla="*/ 1108 h 46715"/>
              <a:gd name="csX2" fmla="*/ 924 w 1572"/>
              <a:gd name="csY2" fmla="*/ 18012 h 46715"/>
              <a:gd name="csX3" fmla="*/ 1572 w 1572"/>
              <a:gd name="csY3" fmla="*/ 0 h 467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72" h="46715">
                <a:moveTo>
                  <a:pt x="1572" y="0"/>
                </a:moveTo>
                <a:lnTo>
                  <a:pt x="1541" y="1108"/>
                </a:lnTo>
                <a:cubicBezTo>
                  <a:pt x="180" y="47203"/>
                  <a:pt x="-804" y="67483"/>
                  <a:pt x="924" y="18012"/>
                </a:cubicBezTo>
                <a:lnTo>
                  <a:pt x="1572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3DF3F-8065-92E6-0689-93AC73171895}"/>
              </a:ext>
            </a:extLst>
          </p:cNvPr>
          <p:cNvSpPr txBox="1"/>
          <p:nvPr/>
        </p:nvSpPr>
        <p:spPr>
          <a:xfrm>
            <a:off x="6526306" y="2598873"/>
            <a:ext cx="490369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Akira Expanded" panose="02000800000000000000" pitchFamily="50" charset="0"/>
              </a:rPr>
              <a:t>Personal Expense Tracker </a:t>
            </a:r>
            <a:r>
              <a:rPr lang="en-IN" dirty="0">
                <a:latin typeface="Akira Expanded" panose="02000800000000000000" pitchFamily="50" charset="0"/>
              </a:rPr>
              <a:t>(Console App)</a:t>
            </a:r>
            <a:endParaRPr lang="en-IN" sz="2400" dirty="0">
              <a:latin typeface="Akira Expanded" panose="02000800000000000000" pitchFamily="50" charset="0"/>
            </a:endParaRPr>
          </a:p>
          <a:p>
            <a:r>
              <a:rPr lang="en-IN" sz="2800" b="1" dirty="0">
                <a:latin typeface="Congenial" panose="020F0502020204030204" pitchFamily="2" charset="0"/>
              </a:rPr>
              <a:t>C#</a:t>
            </a:r>
            <a:r>
              <a:rPr lang="en-IN" sz="2400" dirty="0">
                <a:latin typeface="Akira Expanded" panose="02000800000000000000" pitchFamily="50" charset="0"/>
              </a:rPr>
              <a:t> </a:t>
            </a:r>
            <a:r>
              <a:rPr lang="en-IN" sz="2800" b="1" dirty="0">
                <a:latin typeface="Congenial" panose="020F0502020204030204" pitchFamily="2" charset="0"/>
              </a:rPr>
              <a:t>&amp; GitHub</a:t>
            </a:r>
            <a:r>
              <a:rPr lang="en-IN" sz="2400" dirty="0">
                <a:latin typeface="Akira Expanded" panose="02000800000000000000" pitchFamily="50" charset="0"/>
              </a:rPr>
              <a:t> </a:t>
            </a:r>
            <a:r>
              <a:rPr lang="en-IN" sz="2800" b="1" dirty="0">
                <a:latin typeface="Congenial" panose="020F0502020204030204" pitchFamily="2" charset="0"/>
              </a:rPr>
              <a:t>copilot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17177B-D7E8-17B7-F0EC-D38AFD7D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7" t="16855" r="24945" b="27983"/>
          <a:stretch>
            <a:fillRect/>
          </a:stretch>
        </p:blipFill>
        <p:spPr>
          <a:xfrm>
            <a:off x="10273555" y="268941"/>
            <a:ext cx="1604682" cy="64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3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1BE0549-DA63-E7A7-86B1-19274E47FF3A}"/>
              </a:ext>
            </a:extLst>
          </p:cNvPr>
          <p:cNvSpPr/>
          <p:nvPr/>
        </p:nvSpPr>
        <p:spPr>
          <a:xfrm>
            <a:off x="1" y="0"/>
            <a:ext cx="2554941" cy="1159376"/>
          </a:xfrm>
          <a:custGeom>
            <a:avLst/>
            <a:gdLst>
              <a:gd name="csX0" fmla="*/ 0 w 2554941"/>
              <a:gd name="csY0" fmla="*/ 0 h 1159376"/>
              <a:gd name="csX1" fmla="*/ 2552380 w 2554941"/>
              <a:gd name="csY1" fmla="*/ 0 h 1159376"/>
              <a:gd name="csX2" fmla="*/ 2554941 w 2554941"/>
              <a:gd name="csY2" fmla="*/ 8965 h 1159376"/>
              <a:gd name="csX3" fmla="*/ 2438400 w 2554941"/>
              <a:gd name="csY3" fmla="*/ 71718 h 1159376"/>
              <a:gd name="csX4" fmla="*/ 2357718 w 2554941"/>
              <a:gd name="csY4" fmla="*/ 116541 h 1159376"/>
              <a:gd name="csX5" fmla="*/ 2303929 w 2554941"/>
              <a:gd name="csY5" fmla="*/ 143435 h 1159376"/>
              <a:gd name="csX6" fmla="*/ 2294965 w 2554941"/>
              <a:gd name="csY6" fmla="*/ 98612 h 1159376"/>
              <a:gd name="csX7" fmla="*/ 2151529 w 2554941"/>
              <a:gd name="csY7" fmla="*/ 179294 h 1159376"/>
              <a:gd name="csX8" fmla="*/ 2052918 w 2554941"/>
              <a:gd name="csY8" fmla="*/ 206188 h 1159376"/>
              <a:gd name="csX9" fmla="*/ 1936376 w 2554941"/>
              <a:gd name="csY9" fmla="*/ 152400 h 1159376"/>
              <a:gd name="csX10" fmla="*/ 1873624 w 2554941"/>
              <a:gd name="csY10" fmla="*/ 188259 h 1159376"/>
              <a:gd name="csX11" fmla="*/ 1855694 w 2554941"/>
              <a:gd name="csY11" fmla="*/ 251012 h 1159376"/>
              <a:gd name="csX12" fmla="*/ 1676400 w 2554941"/>
              <a:gd name="csY12" fmla="*/ 304800 h 1159376"/>
              <a:gd name="csX13" fmla="*/ 1524000 w 2554941"/>
              <a:gd name="csY13" fmla="*/ 331694 h 1159376"/>
              <a:gd name="csX14" fmla="*/ 1470212 w 2554941"/>
              <a:gd name="csY14" fmla="*/ 412376 h 1159376"/>
              <a:gd name="csX15" fmla="*/ 1129553 w 2554941"/>
              <a:gd name="csY15" fmla="*/ 457200 h 1159376"/>
              <a:gd name="csX16" fmla="*/ 1066800 w 2554941"/>
              <a:gd name="csY16" fmla="*/ 510988 h 1159376"/>
              <a:gd name="csX17" fmla="*/ 1048871 w 2554941"/>
              <a:gd name="csY17" fmla="*/ 528918 h 1159376"/>
              <a:gd name="csX18" fmla="*/ 995082 w 2554941"/>
              <a:gd name="csY18" fmla="*/ 609600 h 1159376"/>
              <a:gd name="csX19" fmla="*/ 914400 w 2554941"/>
              <a:gd name="csY19" fmla="*/ 448235 h 1159376"/>
              <a:gd name="csX20" fmla="*/ 645459 w 2554941"/>
              <a:gd name="csY20" fmla="*/ 788894 h 1159376"/>
              <a:gd name="csX21" fmla="*/ 546847 w 2554941"/>
              <a:gd name="csY21" fmla="*/ 959224 h 1159376"/>
              <a:gd name="csX22" fmla="*/ 358588 w 2554941"/>
              <a:gd name="csY22" fmla="*/ 1021976 h 1159376"/>
              <a:gd name="csX23" fmla="*/ 295835 w 2554941"/>
              <a:gd name="csY23" fmla="*/ 968188 h 1159376"/>
              <a:gd name="csX24" fmla="*/ 215153 w 2554941"/>
              <a:gd name="csY24" fmla="*/ 977153 h 1159376"/>
              <a:gd name="csX25" fmla="*/ 116541 w 2554941"/>
              <a:gd name="csY25" fmla="*/ 1039906 h 1159376"/>
              <a:gd name="csX26" fmla="*/ 62753 w 2554941"/>
              <a:gd name="csY26" fmla="*/ 1075765 h 1159376"/>
              <a:gd name="csX27" fmla="*/ 8965 w 2554941"/>
              <a:gd name="csY27" fmla="*/ 1147482 h 1159376"/>
              <a:gd name="csX28" fmla="*/ 0 w 2554941"/>
              <a:gd name="csY28" fmla="*/ 1159376 h 1159376"/>
              <a:gd name="csX29" fmla="*/ 0 w 2554941"/>
              <a:gd name="csY29" fmla="*/ 0 h 11593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554941" h="1159376">
                <a:moveTo>
                  <a:pt x="0" y="0"/>
                </a:moveTo>
                <a:lnTo>
                  <a:pt x="2552380" y="0"/>
                </a:lnTo>
                <a:lnTo>
                  <a:pt x="2554941" y="8965"/>
                </a:lnTo>
                <a:cubicBezTo>
                  <a:pt x="2535569" y="86449"/>
                  <a:pt x="2562254" y="24536"/>
                  <a:pt x="2438400" y="71718"/>
                </a:cubicBezTo>
                <a:cubicBezTo>
                  <a:pt x="2409650" y="82670"/>
                  <a:pt x="2384864" y="102063"/>
                  <a:pt x="2357718" y="116541"/>
                </a:cubicBezTo>
                <a:cubicBezTo>
                  <a:pt x="2340030" y="125974"/>
                  <a:pt x="2321859" y="134470"/>
                  <a:pt x="2303929" y="143435"/>
                </a:cubicBezTo>
                <a:cubicBezTo>
                  <a:pt x="2300941" y="128494"/>
                  <a:pt x="2310202" y="98612"/>
                  <a:pt x="2294965" y="98612"/>
                </a:cubicBezTo>
                <a:cubicBezTo>
                  <a:pt x="2240000" y="98612"/>
                  <a:pt x="2198316" y="160029"/>
                  <a:pt x="2151529" y="179294"/>
                </a:cubicBezTo>
                <a:cubicBezTo>
                  <a:pt x="2120024" y="192266"/>
                  <a:pt x="2085788" y="197223"/>
                  <a:pt x="2052918" y="206188"/>
                </a:cubicBezTo>
                <a:cubicBezTo>
                  <a:pt x="2037233" y="196385"/>
                  <a:pt x="1971574" y="143601"/>
                  <a:pt x="1936376" y="152400"/>
                </a:cubicBezTo>
                <a:cubicBezTo>
                  <a:pt x="1913004" y="158243"/>
                  <a:pt x="1894541" y="176306"/>
                  <a:pt x="1873624" y="188259"/>
                </a:cubicBezTo>
                <a:cubicBezTo>
                  <a:pt x="1867647" y="209177"/>
                  <a:pt x="1863774" y="230813"/>
                  <a:pt x="1855694" y="251012"/>
                </a:cubicBezTo>
                <a:cubicBezTo>
                  <a:pt x="1828164" y="319837"/>
                  <a:pt x="1743897" y="293551"/>
                  <a:pt x="1676400" y="304800"/>
                </a:cubicBezTo>
                <a:cubicBezTo>
                  <a:pt x="1600488" y="297899"/>
                  <a:pt x="1576420" y="274905"/>
                  <a:pt x="1524000" y="331694"/>
                </a:cubicBezTo>
                <a:cubicBezTo>
                  <a:pt x="1502076" y="355445"/>
                  <a:pt x="1499529" y="398765"/>
                  <a:pt x="1470212" y="412376"/>
                </a:cubicBezTo>
                <a:cubicBezTo>
                  <a:pt x="1397646" y="446067"/>
                  <a:pt x="1216515" y="451765"/>
                  <a:pt x="1129553" y="457200"/>
                </a:cubicBezTo>
                <a:cubicBezTo>
                  <a:pt x="1108635" y="475129"/>
                  <a:pt x="1087391" y="492685"/>
                  <a:pt x="1066800" y="510988"/>
                </a:cubicBezTo>
                <a:cubicBezTo>
                  <a:pt x="1060483" y="516603"/>
                  <a:pt x="1054060" y="522246"/>
                  <a:pt x="1048871" y="528918"/>
                </a:cubicBezTo>
                <a:cubicBezTo>
                  <a:pt x="1007956" y="581523"/>
                  <a:pt x="1013518" y="572730"/>
                  <a:pt x="995082" y="609600"/>
                </a:cubicBezTo>
                <a:lnTo>
                  <a:pt x="914400" y="448235"/>
                </a:lnTo>
                <a:cubicBezTo>
                  <a:pt x="719127" y="736006"/>
                  <a:pt x="818890" y="631230"/>
                  <a:pt x="645459" y="788894"/>
                </a:cubicBezTo>
                <a:cubicBezTo>
                  <a:pt x="623112" y="855934"/>
                  <a:pt x="618431" y="923432"/>
                  <a:pt x="546847" y="959224"/>
                </a:cubicBezTo>
                <a:cubicBezTo>
                  <a:pt x="487683" y="988806"/>
                  <a:pt x="358588" y="1021976"/>
                  <a:pt x="358588" y="1021976"/>
                </a:cubicBezTo>
                <a:cubicBezTo>
                  <a:pt x="236718" y="1123536"/>
                  <a:pt x="367336" y="1039689"/>
                  <a:pt x="295835" y="968188"/>
                </a:cubicBezTo>
                <a:cubicBezTo>
                  <a:pt x="276701" y="949054"/>
                  <a:pt x="242047" y="974165"/>
                  <a:pt x="215153" y="977153"/>
                </a:cubicBezTo>
                <a:lnTo>
                  <a:pt x="116541" y="1039906"/>
                </a:lnTo>
                <a:cubicBezTo>
                  <a:pt x="98450" y="1051612"/>
                  <a:pt x="75682" y="1058526"/>
                  <a:pt x="62753" y="1075765"/>
                </a:cubicBezTo>
                <a:cubicBezTo>
                  <a:pt x="44824" y="1099671"/>
                  <a:pt x="28818" y="1125148"/>
                  <a:pt x="8965" y="1147482"/>
                </a:cubicBezTo>
                <a:lnTo>
                  <a:pt x="0" y="115937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49472E-2C5C-A5C3-58EC-DF1CBFFC8971}"/>
              </a:ext>
            </a:extLst>
          </p:cNvPr>
          <p:cNvSpPr txBox="1"/>
          <p:nvPr/>
        </p:nvSpPr>
        <p:spPr>
          <a:xfrm>
            <a:off x="842682" y="1663425"/>
            <a:ext cx="111700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Install .NET SDK (if not already)In VS Code (or Visual Studio)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Open terminal in that folder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i="1" dirty="0"/>
              <a:t>run: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dotnet new console -n </a:t>
            </a:r>
            <a:r>
              <a:rPr lang="en-US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ExpenseTracker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Open the generated folder: </a:t>
            </a:r>
            <a:r>
              <a:rPr lang="en-US" sz="3200" dirty="0" err="1"/>
              <a:t>ExpenseTracker</a:t>
            </a:r>
            <a:endParaRPr lang="en-IN" sz="3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EC34036-6F34-B132-95AE-F2051C129F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7" t="16855" r="24945" b="27983"/>
          <a:stretch>
            <a:fillRect/>
          </a:stretch>
        </p:blipFill>
        <p:spPr>
          <a:xfrm>
            <a:off x="10273555" y="268941"/>
            <a:ext cx="1604682" cy="64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1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1BF9B8B-0D84-78DA-DFEA-66E828DEA79B}"/>
              </a:ext>
            </a:extLst>
          </p:cNvPr>
          <p:cNvSpPr/>
          <p:nvPr/>
        </p:nvSpPr>
        <p:spPr>
          <a:xfrm>
            <a:off x="1" y="0"/>
            <a:ext cx="2554941" cy="1159376"/>
          </a:xfrm>
          <a:custGeom>
            <a:avLst/>
            <a:gdLst>
              <a:gd name="csX0" fmla="*/ 0 w 2554941"/>
              <a:gd name="csY0" fmla="*/ 0 h 1159376"/>
              <a:gd name="csX1" fmla="*/ 2552380 w 2554941"/>
              <a:gd name="csY1" fmla="*/ 0 h 1159376"/>
              <a:gd name="csX2" fmla="*/ 2554941 w 2554941"/>
              <a:gd name="csY2" fmla="*/ 8965 h 1159376"/>
              <a:gd name="csX3" fmla="*/ 2438400 w 2554941"/>
              <a:gd name="csY3" fmla="*/ 71718 h 1159376"/>
              <a:gd name="csX4" fmla="*/ 2357718 w 2554941"/>
              <a:gd name="csY4" fmla="*/ 116541 h 1159376"/>
              <a:gd name="csX5" fmla="*/ 2303929 w 2554941"/>
              <a:gd name="csY5" fmla="*/ 143435 h 1159376"/>
              <a:gd name="csX6" fmla="*/ 2294965 w 2554941"/>
              <a:gd name="csY6" fmla="*/ 98612 h 1159376"/>
              <a:gd name="csX7" fmla="*/ 2151529 w 2554941"/>
              <a:gd name="csY7" fmla="*/ 179294 h 1159376"/>
              <a:gd name="csX8" fmla="*/ 2052918 w 2554941"/>
              <a:gd name="csY8" fmla="*/ 206188 h 1159376"/>
              <a:gd name="csX9" fmla="*/ 1936376 w 2554941"/>
              <a:gd name="csY9" fmla="*/ 152400 h 1159376"/>
              <a:gd name="csX10" fmla="*/ 1873624 w 2554941"/>
              <a:gd name="csY10" fmla="*/ 188259 h 1159376"/>
              <a:gd name="csX11" fmla="*/ 1855694 w 2554941"/>
              <a:gd name="csY11" fmla="*/ 251012 h 1159376"/>
              <a:gd name="csX12" fmla="*/ 1676400 w 2554941"/>
              <a:gd name="csY12" fmla="*/ 304800 h 1159376"/>
              <a:gd name="csX13" fmla="*/ 1524000 w 2554941"/>
              <a:gd name="csY13" fmla="*/ 331694 h 1159376"/>
              <a:gd name="csX14" fmla="*/ 1470212 w 2554941"/>
              <a:gd name="csY14" fmla="*/ 412376 h 1159376"/>
              <a:gd name="csX15" fmla="*/ 1129553 w 2554941"/>
              <a:gd name="csY15" fmla="*/ 457200 h 1159376"/>
              <a:gd name="csX16" fmla="*/ 1066800 w 2554941"/>
              <a:gd name="csY16" fmla="*/ 510988 h 1159376"/>
              <a:gd name="csX17" fmla="*/ 1048871 w 2554941"/>
              <a:gd name="csY17" fmla="*/ 528918 h 1159376"/>
              <a:gd name="csX18" fmla="*/ 995082 w 2554941"/>
              <a:gd name="csY18" fmla="*/ 609600 h 1159376"/>
              <a:gd name="csX19" fmla="*/ 914400 w 2554941"/>
              <a:gd name="csY19" fmla="*/ 448235 h 1159376"/>
              <a:gd name="csX20" fmla="*/ 645459 w 2554941"/>
              <a:gd name="csY20" fmla="*/ 788894 h 1159376"/>
              <a:gd name="csX21" fmla="*/ 546847 w 2554941"/>
              <a:gd name="csY21" fmla="*/ 959224 h 1159376"/>
              <a:gd name="csX22" fmla="*/ 358588 w 2554941"/>
              <a:gd name="csY22" fmla="*/ 1021976 h 1159376"/>
              <a:gd name="csX23" fmla="*/ 295835 w 2554941"/>
              <a:gd name="csY23" fmla="*/ 968188 h 1159376"/>
              <a:gd name="csX24" fmla="*/ 215153 w 2554941"/>
              <a:gd name="csY24" fmla="*/ 977153 h 1159376"/>
              <a:gd name="csX25" fmla="*/ 116541 w 2554941"/>
              <a:gd name="csY25" fmla="*/ 1039906 h 1159376"/>
              <a:gd name="csX26" fmla="*/ 62753 w 2554941"/>
              <a:gd name="csY26" fmla="*/ 1075765 h 1159376"/>
              <a:gd name="csX27" fmla="*/ 8965 w 2554941"/>
              <a:gd name="csY27" fmla="*/ 1147482 h 1159376"/>
              <a:gd name="csX28" fmla="*/ 0 w 2554941"/>
              <a:gd name="csY28" fmla="*/ 1159376 h 1159376"/>
              <a:gd name="csX29" fmla="*/ 0 w 2554941"/>
              <a:gd name="csY29" fmla="*/ 0 h 11593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554941" h="1159376">
                <a:moveTo>
                  <a:pt x="0" y="0"/>
                </a:moveTo>
                <a:lnTo>
                  <a:pt x="2552380" y="0"/>
                </a:lnTo>
                <a:lnTo>
                  <a:pt x="2554941" y="8965"/>
                </a:lnTo>
                <a:cubicBezTo>
                  <a:pt x="2535569" y="86449"/>
                  <a:pt x="2562254" y="24536"/>
                  <a:pt x="2438400" y="71718"/>
                </a:cubicBezTo>
                <a:cubicBezTo>
                  <a:pt x="2409650" y="82670"/>
                  <a:pt x="2384864" y="102063"/>
                  <a:pt x="2357718" y="116541"/>
                </a:cubicBezTo>
                <a:cubicBezTo>
                  <a:pt x="2340030" y="125974"/>
                  <a:pt x="2321859" y="134470"/>
                  <a:pt x="2303929" y="143435"/>
                </a:cubicBezTo>
                <a:cubicBezTo>
                  <a:pt x="2300941" y="128494"/>
                  <a:pt x="2310202" y="98612"/>
                  <a:pt x="2294965" y="98612"/>
                </a:cubicBezTo>
                <a:cubicBezTo>
                  <a:pt x="2240000" y="98612"/>
                  <a:pt x="2198316" y="160029"/>
                  <a:pt x="2151529" y="179294"/>
                </a:cubicBezTo>
                <a:cubicBezTo>
                  <a:pt x="2120024" y="192266"/>
                  <a:pt x="2085788" y="197223"/>
                  <a:pt x="2052918" y="206188"/>
                </a:cubicBezTo>
                <a:cubicBezTo>
                  <a:pt x="2037233" y="196385"/>
                  <a:pt x="1971574" y="143601"/>
                  <a:pt x="1936376" y="152400"/>
                </a:cubicBezTo>
                <a:cubicBezTo>
                  <a:pt x="1913004" y="158243"/>
                  <a:pt x="1894541" y="176306"/>
                  <a:pt x="1873624" y="188259"/>
                </a:cubicBezTo>
                <a:cubicBezTo>
                  <a:pt x="1867647" y="209177"/>
                  <a:pt x="1863774" y="230813"/>
                  <a:pt x="1855694" y="251012"/>
                </a:cubicBezTo>
                <a:cubicBezTo>
                  <a:pt x="1828164" y="319837"/>
                  <a:pt x="1743897" y="293551"/>
                  <a:pt x="1676400" y="304800"/>
                </a:cubicBezTo>
                <a:cubicBezTo>
                  <a:pt x="1600488" y="297899"/>
                  <a:pt x="1576420" y="274905"/>
                  <a:pt x="1524000" y="331694"/>
                </a:cubicBezTo>
                <a:cubicBezTo>
                  <a:pt x="1502076" y="355445"/>
                  <a:pt x="1499529" y="398765"/>
                  <a:pt x="1470212" y="412376"/>
                </a:cubicBezTo>
                <a:cubicBezTo>
                  <a:pt x="1397646" y="446067"/>
                  <a:pt x="1216515" y="451765"/>
                  <a:pt x="1129553" y="457200"/>
                </a:cubicBezTo>
                <a:cubicBezTo>
                  <a:pt x="1108635" y="475129"/>
                  <a:pt x="1087391" y="492685"/>
                  <a:pt x="1066800" y="510988"/>
                </a:cubicBezTo>
                <a:cubicBezTo>
                  <a:pt x="1060483" y="516603"/>
                  <a:pt x="1054060" y="522246"/>
                  <a:pt x="1048871" y="528918"/>
                </a:cubicBezTo>
                <a:cubicBezTo>
                  <a:pt x="1007956" y="581523"/>
                  <a:pt x="1013518" y="572730"/>
                  <a:pt x="995082" y="609600"/>
                </a:cubicBezTo>
                <a:lnTo>
                  <a:pt x="914400" y="448235"/>
                </a:lnTo>
                <a:cubicBezTo>
                  <a:pt x="719127" y="736006"/>
                  <a:pt x="818890" y="631230"/>
                  <a:pt x="645459" y="788894"/>
                </a:cubicBezTo>
                <a:cubicBezTo>
                  <a:pt x="623112" y="855934"/>
                  <a:pt x="618431" y="923432"/>
                  <a:pt x="546847" y="959224"/>
                </a:cubicBezTo>
                <a:cubicBezTo>
                  <a:pt x="487683" y="988806"/>
                  <a:pt x="358588" y="1021976"/>
                  <a:pt x="358588" y="1021976"/>
                </a:cubicBezTo>
                <a:cubicBezTo>
                  <a:pt x="236718" y="1123536"/>
                  <a:pt x="367336" y="1039689"/>
                  <a:pt x="295835" y="968188"/>
                </a:cubicBezTo>
                <a:cubicBezTo>
                  <a:pt x="276701" y="949054"/>
                  <a:pt x="242047" y="974165"/>
                  <a:pt x="215153" y="977153"/>
                </a:cubicBezTo>
                <a:lnTo>
                  <a:pt x="116541" y="1039906"/>
                </a:lnTo>
                <a:cubicBezTo>
                  <a:pt x="98450" y="1051612"/>
                  <a:pt x="75682" y="1058526"/>
                  <a:pt x="62753" y="1075765"/>
                </a:cubicBezTo>
                <a:cubicBezTo>
                  <a:pt x="44824" y="1099671"/>
                  <a:pt x="28818" y="1125148"/>
                  <a:pt x="8965" y="1147482"/>
                </a:cubicBezTo>
                <a:lnTo>
                  <a:pt x="0" y="115937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1952E0-F184-7F95-6BD4-3DB60EC3BEDD}"/>
              </a:ext>
            </a:extLst>
          </p:cNvPr>
          <p:cNvSpPr txBox="1"/>
          <p:nvPr/>
        </p:nvSpPr>
        <p:spPr>
          <a:xfrm>
            <a:off x="842682" y="1159376"/>
            <a:ext cx="112058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latin typeface="Courier New" panose="02070309020205020404" pitchFamily="49" charset="0"/>
              </a:rPr>
              <a:t>Program.cs</a:t>
            </a:r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DE1B5F-F27F-A7CB-CD7F-A06DA8AFE47E}"/>
              </a:ext>
            </a:extLst>
          </p:cNvPr>
          <p:cNvSpPr txBox="1"/>
          <p:nvPr/>
        </p:nvSpPr>
        <p:spPr>
          <a:xfrm>
            <a:off x="829235" y="2798820"/>
            <a:ext cx="105335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// Build a console-based expense tracker.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// Features: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// 1) Menu loop: Add expense, List expenses, Totals by category, Save, Load, Exit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// 2) Expense fields: Date, Category, Amount, Note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// 3) Persist to a JSON file "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expenses.json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// Use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System.Text.Json</a:t>
            </a:r>
            <a:endParaRPr lang="en-IN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9DE59D-339B-574E-73A6-18BFE07758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7" t="16855" r="24945" b="27983"/>
          <a:stretch>
            <a:fillRect/>
          </a:stretch>
        </p:blipFill>
        <p:spPr>
          <a:xfrm>
            <a:off x="10273555" y="268941"/>
            <a:ext cx="1604682" cy="645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6087E8-D04A-65D5-B583-0EC70AC4F77E}"/>
              </a:ext>
            </a:extLst>
          </p:cNvPr>
          <p:cNvSpPr txBox="1"/>
          <p:nvPr/>
        </p:nvSpPr>
        <p:spPr>
          <a:xfrm>
            <a:off x="842682" y="1948320"/>
            <a:ext cx="3466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Remove existing piece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Add comment to get code </a:t>
            </a:r>
          </a:p>
        </p:txBody>
      </p:sp>
    </p:spTree>
    <p:extLst>
      <p:ext uri="{BB962C8B-B14F-4D97-AF65-F5344CB8AC3E}">
        <p14:creationId xmlns:p14="http://schemas.microsoft.com/office/powerpoint/2010/main" val="421824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E8DDC-7F34-EDA8-D80B-55155A357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8788422-4474-E990-E614-872A3393D23D}"/>
              </a:ext>
            </a:extLst>
          </p:cNvPr>
          <p:cNvSpPr/>
          <p:nvPr/>
        </p:nvSpPr>
        <p:spPr>
          <a:xfrm>
            <a:off x="1" y="0"/>
            <a:ext cx="2554941" cy="1159376"/>
          </a:xfrm>
          <a:custGeom>
            <a:avLst/>
            <a:gdLst>
              <a:gd name="csX0" fmla="*/ 0 w 2554941"/>
              <a:gd name="csY0" fmla="*/ 0 h 1159376"/>
              <a:gd name="csX1" fmla="*/ 2552380 w 2554941"/>
              <a:gd name="csY1" fmla="*/ 0 h 1159376"/>
              <a:gd name="csX2" fmla="*/ 2554941 w 2554941"/>
              <a:gd name="csY2" fmla="*/ 8965 h 1159376"/>
              <a:gd name="csX3" fmla="*/ 2438400 w 2554941"/>
              <a:gd name="csY3" fmla="*/ 71718 h 1159376"/>
              <a:gd name="csX4" fmla="*/ 2357718 w 2554941"/>
              <a:gd name="csY4" fmla="*/ 116541 h 1159376"/>
              <a:gd name="csX5" fmla="*/ 2303929 w 2554941"/>
              <a:gd name="csY5" fmla="*/ 143435 h 1159376"/>
              <a:gd name="csX6" fmla="*/ 2294965 w 2554941"/>
              <a:gd name="csY6" fmla="*/ 98612 h 1159376"/>
              <a:gd name="csX7" fmla="*/ 2151529 w 2554941"/>
              <a:gd name="csY7" fmla="*/ 179294 h 1159376"/>
              <a:gd name="csX8" fmla="*/ 2052918 w 2554941"/>
              <a:gd name="csY8" fmla="*/ 206188 h 1159376"/>
              <a:gd name="csX9" fmla="*/ 1936376 w 2554941"/>
              <a:gd name="csY9" fmla="*/ 152400 h 1159376"/>
              <a:gd name="csX10" fmla="*/ 1873624 w 2554941"/>
              <a:gd name="csY10" fmla="*/ 188259 h 1159376"/>
              <a:gd name="csX11" fmla="*/ 1855694 w 2554941"/>
              <a:gd name="csY11" fmla="*/ 251012 h 1159376"/>
              <a:gd name="csX12" fmla="*/ 1676400 w 2554941"/>
              <a:gd name="csY12" fmla="*/ 304800 h 1159376"/>
              <a:gd name="csX13" fmla="*/ 1524000 w 2554941"/>
              <a:gd name="csY13" fmla="*/ 331694 h 1159376"/>
              <a:gd name="csX14" fmla="*/ 1470212 w 2554941"/>
              <a:gd name="csY14" fmla="*/ 412376 h 1159376"/>
              <a:gd name="csX15" fmla="*/ 1129553 w 2554941"/>
              <a:gd name="csY15" fmla="*/ 457200 h 1159376"/>
              <a:gd name="csX16" fmla="*/ 1066800 w 2554941"/>
              <a:gd name="csY16" fmla="*/ 510988 h 1159376"/>
              <a:gd name="csX17" fmla="*/ 1048871 w 2554941"/>
              <a:gd name="csY17" fmla="*/ 528918 h 1159376"/>
              <a:gd name="csX18" fmla="*/ 995082 w 2554941"/>
              <a:gd name="csY18" fmla="*/ 609600 h 1159376"/>
              <a:gd name="csX19" fmla="*/ 914400 w 2554941"/>
              <a:gd name="csY19" fmla="*/ 448235 h 1159376"/>
              <a:gd name="csX20" fmla="*/ 645459 w 2554941"/>
              <a:gd name="csY20" fmla="*/ 788894 h 1159376"/>
              <a:gd name="csX21" fmla="*/ 546847 w 2554941"/>
              <a:gd name="csY21" fmla="*/ 959224 h 1159376"/>
              <a:gd name="csX22" fmla="*/ 358588 w 2554941"/>
              <a:gd name="csY22" fmla="*/ 1021976 h 1159376"/>
              <a:gd name="csX23" fmla="*/ 295835 w 2554941"/>
              <a:gd name="csY23" fmla="*/ 968188 h 1159376"/>
              <a:gd name="csX24" fmla="*/ 215153 w 2554941"/>
              <a:gd name="csY24" fmla="*/ 977153 h 1159376"/>
              <a:gd name="csX25" fmla="*/ 116541 w 2554941"/>
              <a:gd name="csY25" fmla="*/ 1039906 h 1159376"/>
              <a:gd name="csX26" fmla="*/ 62753 w 2554941"/>
              <a:gd name="csY26" fmla="*/ 1075765 h 1159376"/>
              <a:gd name="csX27" fmla="*/ 8965 w 2554941"/>
              <a:gd name="csY27" fmla="*/ 1147482 h 1159376"/>
              <a:gd name="csX28" fmla="*/ 0 w 2554941"/>
              <a:gd name="csY28" fmla="*/ 1159376 h 1159376"/>
              <a:gd name="csX29" fmla="*/ 0 w 2554941"/>
              <a:gd name="csY29" fmla="*/ 0 h 11593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554941" h="1159376">
                <a:moveTo>
                  <a:pt x="0" y="0"/>
                </a:moveTo>
                <a:lnTo>
                  <a:pt x="2552380" y="0"/>
                </a:lnTo>
                <a:lnTo>
                  <a:pt x="2554941" y="8965"/>
                </a:lnTo>
                <a:cubicBezTo>
                  <a:pt x="2535569" y="86449"/>
                  <a:pt x="2562254" y="24536"/>
                  <a:pt x="2438400" y="71718"/>
                </a:cubicBezTo>
                <a:cubicBezTo>
                  <a:pt x="2409650" y="82670"/>
                  <a:pt x="2384864" y="102063"/>
                  <a:pt x="2357718" y="116541"/>
                </a:cubicBezTo>
                <a:cubicBezTo>
                  <a:pt x="2340030" y="125974"/>
                  <a:pt x="2321859" y="134470"/>
                  <a:pt x="2303929" y="143435"/>
                </a:cubicBezTo>
                <a:cubicBezTo>
                  <a:pt x="2300941" y="128494"/>
                  <a:pt x="2310202" y="98612"/>
                  <a:pt x="2294965" y="98612"/>
                </a:cubicBezTo>
                <a:cubicBezTo>
                  <a:pt x="2240000" y="98612"/>
                  <a:pt x="2198316" y="160029"/>
                  <a:pt x="2151529" y="179294"/>
                </a:cubicBezTo>
                <a:cubicBezTo>
                  <a:pt x="2120024" y="192266"/>
                  <a:pt x="2085788" y="197223"/>
                  <a:pt x="2052918" y="206188"/>
                </a:cubicBezTo>
                <a:cubicBezTo>
                  <a:pt x="2037233" y="196385"/>
                  <a:pt x="1971574" y="143601"/>
                  <a:pt x="1936376" y="152400"/>
                </a:cubicBezTo>
                <a:cubicBezTo>
                  <a:pt x="1913004" y="158243"/>
                  <a:pt x="1894541" y="176306"/>
                  <a:pt x="1873624" y="188259"/>
                </a:cubicBezTo>
                <a:cubicBezTo>
                  <a:pt x="1867647" y="209177"/>
                  <a:pt x="1863774" y="230813"/>
                  <a:pt x="1855694" y="251012"/>
                </a:cubicBezTo>
                <a:cubicBezTo>
                  <a:pt x="1828164" y="319837"/>
                  <a:pt x="1743897" y="293551"/>
                  <a:pt x="1676400" y="304800"/>
                </a:cubicBezTo>
                <a:cubicBezTo>
                  <a:pt x="1600488" y="297899"/>
                  <a:pt x="1576420" y="274905"/>
                  <a:pt x="1524000" y="331694"/>
                </a:cubicBezTo>
                <a:cubicBezTo>
                  <a:pt x="1502076" y="355445"/>
                  <a:pt x="1499529" y="398765"/>
                  <a:pt x="1470212" y="412376"/>
                </a:cubicBezTo>
                <a:cubicBezTo>
                  <a:pt x="1397646" y="446067"/>
                  <a:pt x="1216515" y="451765"/>
                  <a:pt x="1129553" y="457200"/>
                </a:cubicBezTo>
                <a:cubicBezTo>
                  <a:pt x="1108635" y="475129"/>
                  <a:pt x="1087391" y="492685"/>
                  <a:pt x="1066800" y="510988"/>
                </a:cubicBezTo>
                <a:cubicBezTo>
                  <a:pt x="1060483" y="516603"/>
                  <a:pt x="1054060" y="522246"/>
                  <a:pt x="1048871" y="528918"/>
                </a:cubicBezTo>
                <a:cubicBezTo>
                  <a:pt x="1007956" y="581523"/>
                  <a:pt x="1013518" y="572730"/>
                  <a:pt x="995082" y="609600"/>
                </a:cubicBezTo>
                <a:lnTo>
                  <a:pt x="914400" y="448235"/>
                </a:lnTo>
                <a:cubicBezTo>
                  <a:pt x="719127" y="736006"/>
                  <a:pt x="818890" y="631230"/>
                  <a:pt x="645459" y="788894"/>
                </a:cubicBezTo>
                <a:cubicBezTo>
                  <a:pt x="623112" y="855934"/>
                  <a:pt x="618431" y="923432"/>
                  <a:pt x="546847" y="959224"/>
                </a:cubicBezTo>
                <a:cubicBezTo>
                  <a:pt x="487683" y="988806"/>
                  <a:pt x="358588" y="1021976"/>
                  <a:pt x="358588" y="1021976"/>
                </a:cubicBezTo>
                <a:cubicBezTo>
                  <a:pt x="236718" y="1123536"/>
                  <a:pt x="367336" y="1039689"/>
                  <a:pt x="295835" y="968188"/>
                </a:cubicBezTo>
                <a:cubicBezTo>
                  <a:pt x="276701" y="949054"/>
                  <a:pt x="242047" y="974165"/>
                  <a:pt x="215153" y="977153"/>
                </a:cubicBezTo>
                <a:lnTo>
                  <a:pt x="116541" y="1039906"/>
                </a:lnTo>
                <a:cubicBezTo>
                  <a:pt x="98450" y="1051612"/>
                  <a:pt x="75682" y="1058526"/>
                  <a:pt x="62753" y="1075765"/>
                </a:cubicBezTo>
                <a:cubicBezTo>
                  <a:pt x="44824" y="1099671"/>
                  <a:pt x="28818" y="1125148"/>
                  <a:pt x="8965" y="1147482"/>
                </a:cubicBezTo>
                <a:lnTo>
                  <a:pt x="0" y="115937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7D05F-D63E-7332-73B1-9323325E5F3E}"/>
              </a:ext>
            </a:extLst>
          </p:cNvPr>
          <p:cNvSpPr txBox="1"/>
          <p:nvPr/>
        </p:nvSpPr>
        <p:spPr>
          <a:xfrm>
            <a:off x="1981199" y="1629928"/>
            <a:ext cx="33079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sz="3200" dirty="0"/>
              <a:t>In chat window: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BF112-2D0A-92D9-444F-D4EE118CEF93}"/>
              </a:ext>
            </a:extLst>
          </p:cNvPr>
          <p:cNvSpPr txBox="1"/>
          <p:nvPr/>
        </p:nvSpPr>
        <p:spPr>
          <a:xfrm>
            <a:off x="1860176" y="2639234"/>
            <a:ext cx="84716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After adding 4 transactions all records to be downloaded as xlsx file . </a:t>
            </a:r>
          </a:p>
          <a:p>
            <a:r>
              <a:rPr lang="en-IN" dirty="0"/>
              <a:t>And there should be a prompt that asks for email id,</a:t>
            </a:r>
          </a:p>
          <a:p>
            <a:r>
              <a:rPr lang="en-IN" dirty="0"/>
              <a:t>And then the excel file should be shipped thru email to given email id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1CD437-45F4-3F4B-6353-0BEAE15FD2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57" t="16855" r="24945" b="27983"/>
          <a:stretch>
            <a:fillRect/>
          </a:stretch>
        </p:blipFill>
        <p:spPr>
          <a:xfrm>
            <a:off x="10273555" y="268941"/>
            <a:ext cx="1604682" cy="64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21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169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Akira Expanded</vt:lpstr>
      <vt:lpstr>Aptos</vt:lpstr>
      <vt:lpstr>Aptos Display</vt:lpstr>
      <vt:lpstr>Arial</vt:lpstr>
      <vt:lpstr>Congenial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 Perepa</dc:creator>
  <cp:lastModifiedBy>Vijay Perepa</cp:lastModifiedBy>
  <cp:revision>1</cp:revision>
  <dcterms:created xsi:type="dcterms:W3CDTF">2026-01-19T16:25:08Z</dcterms:created>
  <dcterms:modified xsi:type="dcterms:W3CDTF">2026-01-20T01:22:25Z</dcterms:modified>
</cp:coreProperties>
</file>