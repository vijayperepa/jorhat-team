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58"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6" r:id="rId19"/>
    <p:sldId id="277" r:id="rId20"/>
    <p:sldId id="278" r:id="rId21"/>
    <p:sldId id="279" r:id="rId22"/>
    <p:sldId id="280" r:id="rId23"/>
    <p:sldId id="281" r:id="rId24"/>
    <p:sldId id="282" r:id="rId25"/>
    <p:sldId id="284" r:id="rId26"/>
    <p:sldId id="283" r:id="rId27"/>
    <p:sldId id="285" r:id="rId28"/>
    <p:sldId id="286" r:id="rId29"/>
    <p:sldId id="287" r:id="rId30"/>
    <p:sldId id="288" r:id="rId31"/>
    <p:sldId id="289" r:id="rId32"/>
    <p:sldId id="290" r:id="rId33"/>
    <p:sldId id="291" r:id="rId34"/>
    <p:sldId id="292" r:id="rId35"/>
    <p:sldId id="293" r:id="rId36"/>
    <p:sldId id="294" r:id="rId37"/>
    <p:sldId id="295" r:id="rId38"/>
    <p:sldId id="297" r:id="rId39"/>
    <p:sldId id="298" r:id="rId40"/>
    <p:sldId id="299" r:id="rId41"/>
    <p:sldId id="29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9" d="100"/>
          <a:sy n="79" d="100"/>
        </p:scale>
        <p:origin x="110" y="3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43E96-1B4C-4888-80D7-B7CE69072FF7}" type="datetimeFigureOut">
              <a:rPr lang="en-IN" smtClean="0"/>
              <a:t>18-01-2026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D1FEE-72BA-4B6E-A540-E784D26C68D6}" type="slidenum">
              <a:rPr lang="en-IN" smtClean="0"/>
              <a:t>‹#›</a:t>
            </a:fld>
            <a:endParaRPr lang="en-IN"/>
          </a:p>
        </p:txBody>
      </p:sp>
    </p:spTree>
    <p:extLst>
      <p:ext uri="{BB962C8B-B14F-4D97-AF65-F5344CB8AC3E}">
        <p14:creationId xmlns:p14="http://schemas.microsoft.com/office/powerpoint/2010/main" val="103438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3F9CC3-2089-468C-859C-5E3002A3B78F}" type="slidenum">
              <a:rPr lang="en-IN" smtClean="0"/>
              <a:t>2</a:t>
            </a:fld>
            <a:endParaRPr lang="en-IN" dirty="0"/>
          </a:p>
        </p:txBody>
      </p:sp>
    </p:spTree>
    <p:extLst>
      <p:ext uri="{BB962C8B-B14F-4D97-AF65-F5344CB8AC3E}">
        <p14:creationId xmlns:p14="http://schemas.microsoft.com/office/powerpoint/2010/main" val="996813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6512C-45FD-64A8-3422-822DC9013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0EC91-EA4B-ECB6-7505-C31EA8155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6672B-CB0F-AA55-EE15-4C6C0197FD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703596-14CD-F27C-09A4-65E49E1552AA}"/>
              </a:ext>
            </a:extLst>
          </p:cNvPr>
          <p:cNvSpPr>
            <a:spLocks noGrp="1"/>
          </p:cNvSpPr>
          <p:nvPr>
            <p:ph type="sldNum" sz="quarter" idx="5"/>
          </p:nvPr>
        </p:nvSpPr>
        <p:spPr/>
        <p:txBody>
          <a:bodyPr/>
          <a:lstStyle/>
          <a:p>
            <a:fld id="{EB3F9CC3-2089-468C-859C-5E3002A3B78F}" type="slidenum">
              <a:rPr lang="en-IN" smtClean="0"/>
              <a:t>3</a:t>
            </a:fld>
            <a:endParaRPr lang="en-IN" dirty="0"/>
          </a:p>
        </p:txBody>
      </p:sp>
    </p:spTree>
    <p:extLst>
      <p:ext uri="{BB962C8B-B14F-4D97-AF65-F5344CB8AC3E}">
        <p14:creationId xmlns:p14="http://schemas.microsoft.com/office/powerpoint/2010/main" val="2473846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B137-4870-A62C-3EB9-5A8C0F4831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9CE1D-C5EA-67AE-6496-AAE9C28B8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A825B-C8F2-D6B8-305D-A70AA6F3FF4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9BD7BF0-66B5-4F15-AD00-50E55E41CA9C}"/>
              </a:ext>
            </a:extLst>
          </p:cNvPr>
          <p:cNvSpPr>
            <a:spLocks noGrp="1"/>
          </p:cNvSpPr>
          <p:nvPr>
            <p:ph type="sldNum" sz="quarter" idx="5"/>
          </p:nvPr>
        </p:nvSpPr>
        <p:spPr/>
        <p:txBody>
          <a:bodyPr/>
          <a:lstStyle/>
          <a:p>
            <a:fld id="{EB3F9CC3-2089-468C-859C-5E3002A3B78F}" type="slidenum">
              <a:rPr lang="en-IN" smtClean="0"/>
              <a:t>4</a:t>
            </a:fld>
            <a:endParaRPr lang="en-IN" dirty="0"/>
          </a:p>
        </p:txBody>
      </p:sp>
    </p:spTree>
    <p:extLst>
      <p:ext uri="{BB962C8B-B14F-4D97-AF65-F5344CB8AC3E}">
        <p14:creationId xmlns:p14="http://schemas.microsoft.com/office/powerpoint/2010/main" val="3022167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57AF4-631F-AB82-3C14-020073EBD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860A3-08A7-CA75-1DFD-E9AE09056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FC4CC-D8A6-1FE1-92F1-AEE73649C8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3FAA63-B346-6EDE-666E-15B6C4ED448E}"/>
              </a:ext>
            </a:extLst>
          </p:cNvPr>
          <p:cNvSpPr>
            <a:spLocks noGrp="1"/>
          </p:cNvSpPr>
          <p:nvPr>
            <p:ph type="sldNum" sz="quarter" idx="5"/>
          </p:nvPr>
        </p:nvSpPr>
        <p:spPr/>
        <p:txBody>
          <a:bodyPr/>
          <a:lstStyle/>
          <a:p>
            <a:fld id="{EB3F9CC3-2089-468C-859C-5E3002A3B78F}" type="slidenum">
              <a:rPr lang="en-IN" smtClean="0"/>
              <a:t>5</a:t>
            </a:fld>
            <a:endParaRPr lang="en-IN" dirty="0"/>
          </a:p>
        </p:txBody>
      </p:sp>
    </p:spTree>
    <p:extLst>
      <p:ext uri="{BB962C8B-B14F-4D97-AF65-F5344CB8AC3E}">
        <p14:creationId xmlns:p14="http://schemas.microsoft.com/office/powerpoint/2010/main" val="3177901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901BC-B86E-23FF-7082-0FA556591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0FB45-EF1C-F1E6-2576-5DFEC4C89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8D9B06-2B1C-DDE1-6879-E45859E63C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E9C069-CAA0-4B98-0C73-61BDF958B74D}"/>
              </a:ext>
            </a:extLst>
          </p:cNvPr>
          <p:cNvSpPr>
            <a:spLocks noGrp="1"/>
          </p:cNvSpPr>
          <p:nvPr>
            <p:ph type="sldNum" sz="quarter" idx="5"/>
          </p:nvPr>
        </p:nvSpPr>
        <p:spPr/>
        <p:txBody>
          <a:bodyPr/>
          <a:lstStyle/>
          <a:p>
            <a:fld id="{EB3F9CC3-2089-468C-859C-5E3002A3B78F}" type="slidenum">
              <a:rPr lang="en-IN" smtClean="0"/>
              <a:t>6</a:t>
            </a:fld>
            <a:endParaRPr lang="en-IN" dirty="0"/>
          </a:p>
        </p:txBody>
      </p:sp>
    </p:spTree>
    <p:extLst>
      <p:ext uri="{BB962C8B-B14F-4D97-AF65-F5344CB8AC3E}">
        <p14:creationId xmlns:p14="http://schemas.microsoft.com/office/powerpoint/2010/main" val="409408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20F20-63F7-6776-2B4A-1E5C0C5A5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6E22FA-B8E5-3819-9C23-75BC4911C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5F29C-0DCF-6979-198E-F0364E4BDC0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68FF23D-A019-89D4-1311-778921C73C2E}"/>
              </a:ext>
            </a:extLst>
          </p:cNvPr>
          <p:cNvSpPr>
            <a:spLocks noGrp="1"/>
          </p:cNvSpPr>
          <p:nvPr>
            <p:ph type="sldNum" sz="quarter" idx="5"/>
          </p:nvPr>
        </p:nvSpPr>
        <p:spPr/>
        <p:txBody>
          <a:bodyPr/>
          <a:lstStyle/>
          <a:p>
            <a:fld id="{EB3F9CC3-2089-468C-859C-5E3002A3B78F}" type="slidenum">
              <a:rPr lang="en-IN" smtClean="0"/>
              <a:t>7</a:t>
            </a:fld>
            <a:endParaRPr lang="en-IN" dirty="0"/>
          </a:p>
        </p:txBody>
      </p:sp>
    </p:spTree>
    <p:extLst>
      <p:ext uri="{BB962C8B-B14F-4D97-AF65-F5344CB8AC3E}">
        <p14:creationId xmlns:p14="http://schemas.microsoft.com/office/powerpoint/2010/main" val="1491771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C414D-1DCA-E3FC-0560-5F1BF73F8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FA9F8-E265-39EE-D89E-B87C811F6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58F9D-2796-1AEB-65AF-D071520FAE9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770746D-22D5-6442-717C-0B244AC07939}"/>
              </a:ext>
            </a:extLst>
          </p:cNvPr>
          <p:cNvSpPr>
            <a:spLocks noGrp="1"/>
          </p:cNvSpPr>
          <p:nvPr>
            <p:ph type="sldNum" sz="quarter" idx="5"/>
          </p:nvPr>
        </p:nvSpPr>
        <p:spPr/>
        <p:txBody>
          <a:bodyPr/>
          <a:lstStyle/>
          <a:p>
            <a:fld id="{EB3F9CC3-2089-468C-859C-5E3002A3B78F}" type="slidenum">
              <a:rPr lang="en-IN" smtClean="0"/>
              <a:t>8</a:t>
            </a:fld>
            <a:endParaRPr lang="en-IN" dirty="0"/>
          </a:p>
        </p:txBody>
      </p:sp>
    </p:spTree>
    <p:extLst>
      <p:ext uri="{BB962C8B-B14F-4D97-AF65-F5344CB8AC3E}">
        <p14:creationId xmlns:p14="http://schemas.microsoft.com/office/powerpoint/2010/main" val="1474824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380B-6151-A948-EBFB-8FC963548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C900B-58CF-EEFC-5892-9C93F10AB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D54C2-6452-EE62-4263-7161A1FFE6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6AB910B-DA3A-E1FD-86D9-397B46642360}"/>
              </a:ext>
            </a:extLst>
          </p:cNvPr>
          <p:cNvSpPr>
            <a:spLocks noGrp="1"/>
          </p:cNvSpPr>
          <p:nvPr>
            <p:ph type="sldNum" sz="quarter" idx="5"/>
          </p:nvPr>
        </p:nvSpPr>
        <p:spPr/>
        <p:txBody>
          <a:bodyPr/>
          <a:lstStyle/>
          <a:p>
            <a:fld id="{EB3F9CC3-2089-468C-859C-5E3002A3B78F}" type="slidenum">
              <a:rPr lang="en-IN" smtClean="0"/>
              <a:t>9</a:t>
            </a:fld>
            <a:endParaRPr lang="en-IN" dirty="0"/>
          </a:p>
        </p:txBody>
      </p:sp>
    </p:spTree>
    <p:extLst>
      <p:ext uri="{BB962C8B-B14F-4D97-AF65-F5344CB8AC3E}">
        <p14:creationId xmlns:p14="http://schemas.microsoft.com/office/powerpoint/2010/main" val="2651317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5AE7-A397-7CC1-1E6F-8D109CD21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D6B9C-9BF5-26DE-180C-E5620A038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8476E-FC03-0001-A4C3-D4904F94D8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23C385-CE7B-E3A8-4E70-86A1E6962D7F}"/>
              </a:ext>
            </a:extLst>
          </p:cNvPr>
          <p:cNvSpPr>
            <a:spLocks noGrp="1"/>
          </p:cNvSpPr>
          <p:nvPr>
            <p:ph type="sldNum" sz="quarter" idx="5"/>
          </p:nvPr>
        </p:nvSpPr>
        <p:spPr/>
        <p:txBody>
          <a:bodyPr/>
          <a:lstStyle/>
          <a:p>
            <a:fld id="{EB3F9CC3-2089-468C-859C-5E3002A3B78F}" type="slidenum">
              <a:rPr lang="en-IN" smtClean="0"/>
              <a:t>10</a:t>
            </a:fld>
            <a:endParaRPr lang="en-IN" dirty="0"/>
          </a:p>
        </p:txBody>
      </p:sp>
    </p:spTree>
    <p:extLst>
      <p:ext uri="{BB962C8B-B14F-4D97-AF65-F5344CB8AC3E}">
        <p14:creationId xmlns:p14="http://schemas.microsoft.com/office/powerpoint/2010/main" val="529338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67AB2-410D-230B-3E5F-CEC843582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18F4B-AE5E-DBF7-B240-C310F0ED6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F204F-5558-E837-2891-54B2AF0812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C00A08E-7674-928B-E791-33C50F7EEAF6}"/>
              </a:ext>
            </a:extLst>
          </p:cNvPr>
          <p:cNvSpPr>
            <a:spLocks noGrp="1"/>
          </p:cNvSpPr>
          <p:nvPr>
            <p:ph type="sldNum" sz="quarter" idx="5"/>
          </p:nvPr>
        </p:nvSpPr>
        <p:spPr/>
        <p:txBody>
          <a:bodyPr/>
          <a:lstStyle/>
          <a:p>
            <a:fld id="{EB3F9CC3-2089-468C-859C-5E3002A3B78F}" type="slidenum">
              <a:rPr lang="en-IN" smtClean="0"/>
              <a:t>12</a:t>
            </a:fld>
            <a:endParaRPr lang="en-IN" dirty="0"/>
          </a:p>
        </p:txBody>
      </p:sp>
    </p:spTree>
    <p:extLst>
      <p:ext uri="{BB962C8B-B14F-4D97-AF65-F5344CB8AC3E}">
        <p14:creationId xmlns:p14="http://schemas.microsoft.com/office/powerpoint/2010/main" val="2213279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1045A-437C-0674-87BC-B406046C5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663D6-F703-966C-6FCF-A5B9574D6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28864-B9B6-36D6-E16F-88DBBD477EE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9DF353-D442-4AB5-E5DA-7E279C924BB1}"/>
              </a:ext>
            </a:extLst>
          </p:cNvPr>
          <p:cNvSpPr>
            <a:spLocks noGrp="1"/>
          </p:cNvSpPr>
          <p:nvPr>
            <p:ph type="sldNum" sz="quarter" idx="5"/>
          </p:nvPr>
        </p:nvSpPr>
        <p:spPr/>
        <p:txBody>
          <a:bodyPr/>
          <a:lstStyle/>
          <a:p>
            <a:fld id="{EB3F9CC3-2089-468C-859C-5E3002A3B78F}" type="slidenum">
              <a:rPr lang="en-IN" smtClean="0"/>
              <a:t>13</a:t>
            </a:fld>
            <a:endParaRPr lang="en-IN" dirty="0"/>
          </a:p>
        </p:txBody>
      </p:sp>
    </p:spTree>
    <p:extLst>
      <p:ext uri="{BB962C8B-B14F-4D97-AF65-F5344CB8AC3E}">
        <p14:creationId xmlns:p14="http://schemas.microsoft.com/office/powerpoint/2010/main" val="1466536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00E16-1D8B-D215-4368-95F1237B4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C5DA8-E7E9-427C-842E-0471D0DE5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EE57C-AE02-9479-C274-2B69E26F49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F5DF48-DA4E-F66A-C2C6-FF8A8B975B94}"/>
              </a:ext>
            </a:extLst>
          </p:cNvPr>
          <p:cNvSpPr>
            <a:spLocks noGrp="1"/>
          </p:cNvSpPr>
          <p:nvPr>
            <p:ph type="sldNum" sz="quarter" idx="5"/>
          </p:nvPr>
        </p:nvSpPr>
        <p:spPr/>
        <p:txBody>
          <a:bodyPr/>
          <a:lstStyle/>
          <a:p>
            <a:fld id="{EB3F9CC3-2089-468C-859C-5E3002A3B78F}" type="slidenum">
              <a:rPr lang="en-IN" smtClean="0"/>
              <a:t>14</a:t>
            </a:fld>
            <a:endParaRPr lang="en-IN" dirty="0"/>
          </a:p>
        </p:txBody>
      </p:sp>
    </p:spTree>
    <p:extLst>
      <p:ext uri="{BB962C8B-B14F-4D97-AF65-F5344CB8AC3E}">
        <p14:creationId xmlns:p14="http://schemas.microsoft.com/office/powerpoint/2010/main" val="519635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ABDE-B388-EFD4-414E-57026BEC5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F52AB-D5EB-4767-89A4-E0D52B557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C76BD-E8EF-68AD-85D3-E6DEF87E35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1DACBC-6FCA-D278-5968-744628E4262D}"/>
              </a:ext>
            </a:extLst>
          </p:cNvPr>
          <p:cNvSpPr>
            <a:spLocks noGrp="1"/>
          </p:cNvSpPr>
          <p:nvPr>
            <p:ph type="sldNum" sz="quarter" idx="5"/>
          </p:nvPr>
        </p:nvSpPr>
        <p:spPr/>
        <p:txBody>
          <a:bodyPr/>
          <a:lstStyle/>
          <a:p>
            <a:fld id="{EB3F9CC3-2089-468C-859C-5E3002A3B78F}" type="slidenum">
              <a:rPr lang="en-IN" smtClean="0"/>
              <a:t>15</a:t>
            </a:fld>
            <a:endParaRPr lang="en-IN" dirty="0"/>
          </a:p>
        </p:txBody>
      </p:sp>
    </p:spTree>
    <p:extLst>
      <p:ext uri="{BB962C8B-B14F-4D97-AF65-F5344CB8AC3E}">
        <p14:creationId xmlns:p14="http://schemas.microsoft.com/office/powerpoint/2010/main" val="1855158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CBFF1-91A7-9A03-9E2A-42262BC8F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ACB05-72E8-477B-37FB-FCEEA1F4A6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8923C-5BCF-C65F-585A-356A5D36C2A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1D30D8-115A-D95D-4065-28664705AD71}"/>
              </a:ext>
            </a:extLst>
          </p:cNvPr>
          <p:cNvSpPr>
            <a:spLocks noGrp="1"/>
          </p:cNvSpPr>
          <p:nvPr>
            <p:ph type="sldNum" sz="quarter" idx="5"/>
          </p:nvPr>
        </p:nvSpPr>
        <p:spPr/>
        <p:txBody>
          <a:bodyPr/>
          <a:lstStyle/>
          <a:p>
            <a:fld id="{EB3F9CC3-2089-468C-859C-5E3002A3B78F}" type="slidenum">
              <a:rPr lang="en-IN" smtClean="0"/>
              <a:t>16</a:t>
            </a:fld>
            <a:endParaRPr lang="en-IN" dirty="0"/>
          </a:p>
        </p:txBody>
      </p:sp>
    </p:spTree>
    <p:extLst>
      <p:ext uri="{BB962C8B-B14F-4D97-AF65-F5344CB8AC3E}">
        <p14:creationId xmlns:p14="http://schemas.microsoft.com/office/powerpoint/2010/main" val="793598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9A73-F2E0-7C1D-EAC7-0339FA969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13D5A-933B-0A0C-EF24-B914F46A6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E232C-7DCC-D18A-A813-11E0047936B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D29C7EB-1141-0909-D4E5-EA2D0E88AD31}"/>
              </a:ext>
            </a:extLst>
          </p:cNvPr>
          <p:cNvSpPr>
            <a:spLocks noGrp="1"/>
          </p:cNvSpPr>
          <p:nvPr>
            <p:ph type="sldNum" sz="quarter" idx="5"/>
          </p:nvPr>
        </p:nvSpPr>
        <p:spPr/>
        <p:txBody>
          <a:bodyPr/>
          <a:lstStyle/>
          <a:p>
            <a:fld id="{EB3F9CC3-2089-468C-859C-5E3002A3B78F}" type="slidenum">
              <a:rPr lang="en-IN" smtClean="0"/>
              <a:t>17</a:t>
            </a:fld>
            <a:endParaRPr lang="en-IN" dirty="0"/>
          </a:p>
        </p:txBody>
      </p:sp>
    </p:spTree>
    <p:extLst>
      <p:ext uri="{BB962C8B-B14F-4D97-AF65-F5344CB8AC3E}">
        <p14:creationId xmlns:p14="http://schemas.microsoft.com/office/powerpoint/2010/main" val="1924580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AF846-2749-68BB-492B-0287A05AFD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D93D5-29C0-A43A-DD42-C357072E6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15B54-E4A2-EEB6-1253-BC7BC7B675BF}"/>
              </a:ext>
            </a:extLst>
          </p:cNvPr>
          <p:cNvSpPr>
            <a:spLocks noGrp="1"/>
          </p:cNvSpPr>
          <p:nvPr>
            <p:ph type="body" idx="1"/>
          </p:nvPr>
        </p:nvSpPr>
        <p:spPr/>
        <p:txBody>
          <a:bodyPr/>
          <a:lstStyle/>
          <a:p>
            <a:r>
              <a:rPr lang="en-IN" dirty="0"/>
              <a:t>Read thru authentication.md and AGENTS.md to see what exactly happening and make sure these are as per your coding standards and then keep the files if things are in place.</a:t>
            </a:r>
          </a:p>
        </p:txBody>
      </p:sp>
      <p:sp>
        <p:nvSpPr>
          <p:cNvPr id="4" name="Slide Number Placeholder 3">
            <a:extLst>
              <a:ext uri="{FF2B5EF4-FFF2-40B4-BE49-F238E27FC236}">
                <a16:creationId xmlns:a16="http://schemas.microsoft.com/office/drawing/2014/main" id="{7FB9535B-3D1E-6819-A1A4-C788EB7407B2}"/>
              </a:ext>
            </a:extLst>
          </p:cNvPr>
          <p:cNvSpPr>
            <a:spLocks noGrp="1"/>
          </p:cNvSpPr>
          <p:nvPr>
            <p:ph type="sldNum" sz="quarter" idx="5"/>
          </p:nvPr>
        </p:nvSpPr>
        <p:spPr/>
        <p:txBody>
          <a:bodyPr/>
          <a:lstStyle/>
          <a:p>
            <a:fld id="{EB3F9CC3-2089-468C-859C-5E3002A3B78F}" type="slidenum">
              <a:rPr lang="en-IN" smtClean="0"/>
              <a:t>18</a:t>
            </a:fld>
            <a:endParaRPr lang="en-IN" dirty="0"/>
          </a:p>
        </p:txBody>
      </p:sp>
    </p:spTree>
    <p:extLst>
      <p:ext uri="{BB962C8B-B14F-4D97-AF65-F5344CB8AC3E}">
        <p14:creationId xmlns:p14="http://schemas.microsoft.com/office/powerpoint/2010/main" val="2492105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86DFE-8D65-50C9-6B20-5CE33BCFA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FEE81-B5B9-E5FE-659D-15ECE8ACA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589DA-FB2F-ECB5-5E2D-D9EFD16BF243}"/>
              </a:ext>
            </a:extLst>
          </p:cNvPr>
          <p:cNvSpPr>
            <a:spLocks noGrp="1"/>
          </p:cNvSpPr>
          <p:nvPr>
            <p:ph type="body" idx="1"/>
          </p:nvPr>
        </p:nvSpPr>
        <p:spPr/>
        <p:txBody>
          <a:bodyPr/>
          <a:lstStyle/>
          <a:p>
            <a:r>
              <a:rPr lang="en-IN" dirty="0"/>
              <a:t>Read thru authentication.md and AGENTS.md to see what exactly happening and make sure these are as per your coding standards and then keep the files if things are in place.</a:t>
            </a:r>
          </a:p>
        </p:txBody>
      </p:sp>
      <p:sp>
        <p:nvSpPr>
          <p:cNvPr id="4" name="Slide Number Placeholder 3">
            <a:extLst>
              <a:ext uri="{FF2B5EF4-FFF2-40B4-BE49-F238E27FC236}">
                <a16:creationId xmlns:a16="http://schemas.microsoft.com/office/drawing/2014/main" id="{2857372C-F420-5D3C-6A26-F12022A1F99E}"/>
              </a:ext>
            </a:extLst>
          </p:cNvPr>
          <p:cNvSpPr>
            <a:spLocks noGrp="1"/>
          </p:cNvSpPr>
          <p:nvPr>
            <p:ph type="sldNum" sz="quarter" idx="5"/>
          </p:nvPr>
        </p:nvSpPr>
        <p:spPr/>
        <p:txBody>
          <a:bodyPr/>
          <a:lstStyle/>
          <a:p>
            <a:fld id="{EB3F9CC3-2089-468C-859C-5E3002A3B78F}" type="slidenum">
              <a:rPr lang="en-IN" smtClean="0"/>
              <a:t>19</a:t>
            </a:fld>
            <a:endParaRPr lang="en-IN" dirty="0"/>
          </a:p>
        </p:txBody>
      </p:sp>
    </p:spTree>
    <p:extLst>
      <p:ext uri="{BB962C8B-B14F-4D97-AF65-F5344CB8AC3E}">
        <p14:creationId xmlns:p14="http://schemas.microsoft.com/office/powerpoint/2010/main" val="2019072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8C27-BC83-E244-E917-1855A8BA2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2D27C-92D3-2D12-9D17-3A68C609A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F8455-40AE-523D-CC00-8C5C3800A19C}"/>
              </a:ext>
            </a:extLst>
          </p:cNvPr>
          <p:cNvSpPr>
            <a:spLocks noGrp="1"/>
          </p:cNvSpPr>
          <p:nvPr>
            <p:ph type="body" idx="1"/>
          </p:nvPr>
        </p:nvSpPr>
        <p:spPr/>
        <p:txBody>
          <a:bodyPr/>
          <a:lstStyle/>
          <a:p>
            <a:r>
              <a:rPr lang="en-IN" dirty="0"/>
              <a:t>Read thru authentication.md and AGENTS.md to see what exactly happening and make sure these are as per your coding standards and then keep the files if things are in place.</a:t>
            </a:r>
          </a:p>
        </p:txBody>
      </p:sp>
      <p:sp>
        <p:nvSpPr>
          <p:cNvPr id="4" name="Slide Number Placeholder 3">
            <a:extLst>
              <a:ext uri="{FF2B5EF4-FFF2-40B4-BE49-F238E27FC236}">
                <a16:creationId xmlns:a16="http://schemas.microsoft.com/office/drawing/2014/main" id="{31C8B73B-62ED-C888-0382-5EB61E1BF974}"/>
              </a:ext>
            </a:extLst>
          </p:cNvPr>
          <p:cNvSpPr>
            <a:spLocks noGrp="1"/>
          </p:cNvSpPr>
          <p:nvPr>
            <p:ph type="sldNum" sz="quarter" idx="5"/>
          </p:nvPr>
        </p:nvSpPr>
        <p:spPr/>
        <p:txBody>
          <a:bodyPr/>
          <a:lstStyle/>
          <a:p>
            <a:fld id="{EB3F9CC3-2089-468C-859C-5E3002A3B78F}" type="slidenum">
              <a:rPr lang="en-IN" smtClean="0"/>
              <a:t>20</a:t>
            </a:fld>
            <a:endParaRPr lang="en-IN" dirty="0"/>
          </a:p>
        </p:txBody>
      </p:sp>
    </p:spTree>
    <p:extLst>
      <p:ext uri="{BB962C8B-B14F-4D97-AF65-F5344CB8AC3E}">
        <p14:creationId xmlns:p14="http://schemas.microsoft.com/office/powerpoint/2010/main" val="4228953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8850C-8C14-BF80-800F-8CA82BBB3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81373-C9AE-363E-4888-FE752DA76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9FA69-EC0B-CCA8-DCF3-821AA5E9DBB2}"/>
              </a:ext>
            </a:extLst>
          </p:cNvPr>
          <p:cNvSpPr>
            <a:spLocks noGrp="1"/>
          </p:cNvSpPr>
          <p:nvPr>
            <p:ph type="body" idx="1"/>
          </p:nvPr>
        </p:nvSpPr>
        <p:spPr/>
        <p:txBody>
          <a:bodyPr/>
          <a:lstStyle/>
          <a:p>
            <a:r>
              <a:rPr lang="en-IN" dirty="0"/>
              <a:t>Read thru authentication.md and AGENTS.md to see what exactly happening and make sure these are as per your coding standards and then keep the files if things are in place.</a:t>
            </a:r>
          </a:p>
        </p:txBody>
      </p:sp>
      <p:sp>
        <p:nvSpPr>
          <p:cNvPr id="4" name="Slide Number Placeholder 3">
            <a:extLst>
              <a:ext uri="{FF2B5EF4-FFF2-40B4-BE49-F238E27FC236}">
                <a16:creationId xmlns:a16="http://schemas.microsoft.com/office/drawing/2014/main" id="{CE313BA5-8E3B-0745-FD13-EACC0698ACBD}"/>
              </a:ext>
            </a:extLst>
          </p:cNvPr>
          <p:cNvSpPr>
            <a:spLocks noGrp="1"/>
          </p:cNvSpPr>
          <p:nvPr>
            <p:ph type="sldNum" sz="quarter" idx="5"/>
          </p:nvPr>
        </p:nvSpPr>
        <p:spPr/>
        <p:txBody>
          <a:bodyPr/>
          <a:lstStyle/>
          <a:p>
            <a:fld id="{EB3F9CC3-2089-468C-859C-5E3002A3B78F}" type="slidenum">
              <a:rPr lang="en-IN" smtClean="0"/>
              <a:t>21</a:t>
            </a:fld>
            <a:endParaRPr lang="en-IN" dirty="0"/>
          </a:p>
        </p:txBody>
      </p:sp>
    </p:spTree>
    <p:extLst>
      <p:ext uri="{BB962C8B-B14F-4D97-AF65-F5344CB8AC3E}">
        <p14:creationId xmlns:p14="http://schemas.microsoft.com/office/powerpoint/2010/main" val="2367332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191A-9292-3033-1720-D1CFFF47F4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EB0B1-454A-7018-52E0-88472BAC3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9A693-CD1B-E992-980E-7F16F0CFF469}"/>
              </a:ext>
            </a:extLst>
          </p:cNvPr>
          <p:cNvSpPr>
            <a:spLocks noGrp="1"/>
          </p:cNvSpPr>
          <p:nvPr>
            <p:ph type="body" idx="1"/>
          </p:nvPr>
        </p:nvSpPr>
        <p:spPr/>
        <p:txBody>
          <a:bodyPr/>
          <a:lstStyle/>
          <a:p>
            <a:r>
              <a:rPr lang="en-IN" dirty="0"/>
              <a:t>Read thru authentication.md and AGENTS.md to see what exactly happening and make sure these are as per your coding standards and then keep the files if things are in place.</a:t>
            </a:r>
          </a:p>
        </p:txBody>
      </p:sp>
      <p:sp>
        <p:nvSpPr>
          <p:cNvPr id="4" name="Slide Number Placeholder 3">
            <a:extLst>
              <a:ext uri="{FF2B5EF4-FFF2-40B4-BE49-F238E27FC236}">
                <a16:creationId xmlns:a16="http://schemas.microsoft.com/office/drawing/2014/main" id="{CE4692A4-9F76-1CE1-17F9-DFD1C6A07F30}"/>
              </a:ext>
            </a:extLst>
          </p:cNvPr>
          <p:cNvSpPr>
            <a:spLocks noGrp="1"/>
          </p:cNvSpPr>
          <p:nvPr>
            <p:ph type="sldNum" sz="quarter" idx="5"/>
          </p:nvPr>
        </p:nvSpPr>
        <p:spPr/>
        <p:txBody>
          <a:bodyPr/>
          <a:lstStyle/>
          <a:p>
            <a:fld id="{EB3F9CC3-2089-468C-859C-5E3002A3B78F}" type="slidenum">
              <a:rPr lang="en-IN" smtClean="0"/>
              <a:t>23</a:t>
            </a:fld>
            <a:endParaRPr lang="en-IN" dirty="0"/>
          </a:p>
        </p:txBody>
      </p:sp>
    </p:spTree>
    <p:extLst>
      <p:ext uri="{BB962C8B-B14F-4D97-AF65-F5344CB8AC3E}">
        <p14:creationId xmlns:p14="http://schemas.microsoft.com/office/powerpoint/2010/main" val="1702162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21EA6-4305-573F-CF44-CA68181D1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AADFD-8125-944E-D3B0-3C2784C62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1E2B6-3957-A9E8-45AA-B77D35066E8A}"/>
              </a:ext>
            </a:extLst>
          </p:cNvPr>
          <p:cNvSpPr>
            <a:spLocks noGrp="1"/>
          </p:cNvSpPr>
          <p:nvPr>
            <p:ph type="body" idx="1"/>
          </p:nvPr>
        </p:nvSpPr>
        <p:spPr/>
        <p:txBody>
          <a:bodyPr/>
          <a:lstStyle/>
          <a:p>
            <a:r>
              <a:rPr lang="en-IN" dirty="0"/>
              <a:t>Read thru authentication.md and AGENTS.md to see what exactly happening and make sure these are as per your coding standards and then keep the files if things are in place.</a:t>
            </a:r>
          </a:p>
        </p:txBody>
      </p:sp>
      <p:sp>
        <p:nvSpPr>
          <p:cNvPr id="4" name="Slide Number Placeholder 3">
            <a:extLst>
              <a:ext uri="{FF2B5EF4-FFF2-40B4-BE49-F238E27FC236}">
                <a16:creationId xmlns:a16="http://schemas.microsoft.com/office/drawing/2014/main" id="{B5DC1DE7-2DEA-7F0B-58E5-C98F4FB67B35}"/>
              </a:ext>
            </a:extLst>
          </p:cNvPr>
          <p:cNvSpPr>
            <a:spLocks noGrp="1"/>
          </p:cNvSpPr>
          <p:nvPr>
            <p:ph type="sldNum" sz="quarter" idx="5"/>
          </p:nvPr>
        </p:nvSpPr>
        <p:spPr/>
        <p:txBody>
          <a:bodyPr/>
          <a:lstStyle/>
          <a:p>
            <a:fld id="{EB3F9CC3-2089-468C-859C-5E3002A3B78F}" type="slidenum">
              <a:rPr lang="en-IN" smtClean="0"/>
              <a:t>24</a:t>
            </a:fld>
            <a:endParaRPr lang="en-IN" dirty="0"/>
          </a:p>
        </p:txBody>
      </p:sp>
    </p:spTree>
    <p:extLst>
      <p:ext uri="{BB962C8B-B14F-4D97-AF65-F5344CB8AC3E}">
        <p14:creationId xmlns:p14="http://schemas.microsoft.com/office/powerpoint/2010/main" val="2519010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B6A5A-5C23-C804-1F45-808A362D0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A7282-89B6-43F5-24EF-A46D9821D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DB6C4-BFDE-DA6A-23E1-29462EB07664}"/>
              </a:ext>
            </a:extLst>
          </p:cNvPr>
          <p:cNvSpPr>
            <a:spLocks noGrp="1"/>
          </p:cNvSpPr>
          <p:nvPr>
            <p:ph type="body" idx="1"/>
          </p:nvPr>
        </p:nvSpPr>
        <p:spPr/>
        <p:txBody>
          <a:bodyPr/>
          <a:lstStyle/>
          <a:p>
            <a:r>
              <a:rPr lang="en-IN" dirty="0"/>
              <a:t>Read thru authentication.md and AGENTS.md to see what exactly happening and make sure these are as per your coding standards and then keep the files if things are in place.</a:t>
            </a:r>
          </a:p>
        </p:txBody>
      </p:sp>
      <p:sp>
        <p:nvSpPr>
          <p:cNvPr id="4" name="Slide Number Placeholder 3">
            <a:extLst>
              <a:ext uri="{FF2B5EF4-FFF2-40B4-BE49-F238E27FC236}">
                <a16:creationId xmlns:a16="http://schemas.microsoft.com/office/drawing/2014/main" id="{67D1EC6E-523B-857D-5273-D083E9E23DDB}"/>
              </a:ext>
            </a:extLst>
          </p:cNvPr>
          <p:cNvSpPr>
            <a:spLocks noGrp="1"/>
          </p:cNvSpPr>
          <p:nvPr>
            <p:ph type="sldNum" sz="quarter" idx="5"/>
          </p:nvPr>
        </p:nvSpPr>
        <p:spPr/>
        <p:txBody>
          <a:bodyPr/>
          <a:lstStyle/>
          <a:p>
            <a:fld id="{EB3F9CC3-2089-468C-859C-5E3002A3B78F}" type="slidenum">
              <a:rPr lang="en-IN" smtClean="0"/>
              <a:t>25</a:t>
            </a:fld>
            <a:endParaRPr lang="en-IN" dirty="0"/>
          </a:p>
        </p:txBody>
      </p:sp>
    </p:spTree>
    <p:extLst>
      <p:ext uri="{BB962C8B-B14F-4D97-AF65-F5344CB8AC3E}">
        <p14:creationId xmlns:p14="http://schemas.microsoft.com/office/powerpoint/2010/main" val="2706495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B8E3-C785-37BD-DE47-56A14252D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99FF5-1418-B281-4D39-7E0DC867F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E92BE-1E9D-D34A-8DEC-EF0CEC6C27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ACD572-4513-E8CE-371A-C8F798335BF1}"/>
              </a:ext>
            </a:extLst>
          </p:cNvPr>
          <p:cNvSpPr>
            <a:spLocks noGrp="1"/>
          </p:cNvSpPr>
          <p:nvPr>
            <p:ph type="sldNum" sz="quarter" idx="5"/>
          </p:nvPr>
        </p:nvSpPr>
        <p:spPr/>
        <p:txBody>
          <a:bodyPr/>
          <a:lstStyle/>
          <a:p>
            <a:fld id="{EB3F9CC3-2089-468C-859C-5E3002A3B78F}" type="slidenum">
              <a:rPr lang="en-IN" smtClean="0"/>
              <a:t>27</a:t>
            </a:fld>
            <a:endParaRPr lang="en-IN" dirty="0"/>
          </a:p>
        </p:txBody>
      </p:sp>
    </p:spTree>
    <p:extLst>
      <p:ext uri="{BB962C8B-B14F-4D97-AF65-F5344CB8AC3E}">
        <p14:creationId xmlns:p14="http://schemas.microsoft.com/office/powerpoint/2010/main" val="25154677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3E97A-1C5E-1AC7-638B-64B679A96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D7225-A30F-EC49-7CEA-0B888592EA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FBE92B-FA85-39BC-C2A1-2DC837E2A0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B33BCE0-C301-1952-3516-0BEE9EF5D491}"/>
              </a:ext>
            </a:extLst>
          </p:cNvPr>
          <p:cNvSpPr>
            <a:spLocks noGrp="1"/>
          </p:cNvSpPr>
          <p:nvPr>
            <p:ph type="sldNum" sz="quarter" idx="5"/>
          </p:nvPr>
        </p:nvSpPr>
        <p:spPr/>
        <p:txBody>
          <a:bodyPr/>
          <a:lstStyle/>
          <a:p>
            <a:fld id="{EB3F9CC3-2089-468C-859C-5E3002A3B78F}" type="slidenum">
              <a:rPr lang="en-IN" smtClean="0"/>
              <a:t>28</a:t>
            </a:fld>
            <a:endParaRPr lang="en-IN" dirty="0"/>
          </a:p>
        </p:txBody>
      </p:sp>
    </p:spTree>
    <p:extLst>
      <p:ext uri="{BB962C8B-B14F-4D97-AF65-F5344CB8AC3E}">
        <p14:creationId xmlns:p14="http://schemas.microsoft.com/office/powerpoint/2010/main" val="3050183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B214F-7BAC-21FF-2D1A-AE2B21445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7F71B-C3A1-7AA2-434B-E25D45BA0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326F0-3EFE-86A1-59C3-0F74801F78B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E0C3B3-9255-0F3A-D334-740EC1A3CF8D}"/>
              </a:ext>
            </a:extLst>
          </p:cNvPr>
          <p:cNvSpPr>
            <a:spLocks noGrp="1"/>
          </p:cNvSpPr>
          <p:nvPr>
            <p:ph type="sldNum" sz="quarter" idx="5"/>
          </p:nvPr>
        </p:nvSpPr>
        <p:spPr/>
        <p:txBody>
          <a:bodyPr/>
          <a:lstStyle/>
          <a:p>
            <a:fld id="{EB3F9CC3-2089-468C-859C-5E3002A3B78F}" type="slidenum">
              <a:rPr lang="en-IN" smtClean="0"/>
              <a:t>29</a:t>
            </a:fld>
            <a:endParaRPr lang="en-IN" dirty="0"/>
          </a:p>
        </p:txBody>
      </p:sp>
    </p:spTree>
    <p:extLst>
      <p:ext uri="{BB962C8B-B14F-4D97-AF65-F5344CB8AC3E}">
        <p14:creationId xmlns:p14="http://schemas.microsoft.com/office/powerpoint/2010/main" val="3428133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CCDA-A8F5-D389-8708-990F65878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3BE38-C9CA-82C4-4B98-9C60C02A5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C7B6E0-4F13-9D96-2C3F-A0AD0150FF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C56700-E572-7F22-8FAA-56E209646673}"/>
              </a:ext>
            </a:extLst>
          </p:cNvPr>
          <p:cNvSpPr>
            <a:spLocks noGrp="1"/>
          </p:cNvSpPr>
          <p:nvPr>
            <p:ph type="sldNum" sz="quarter" idx="5"/>
          </p:nvPr>
        </p:nvSpPr>
        <p:spPr/>
        <p:txBody>
          <a:bodyPr/>
          <a:lstStyle/>
          <a:p>
            <a:fld id="{EB3F9CC3-2089-468C-859C-5E3002A3B78F}" type="slidenum">
              <a:rPr lang="en-IN" smtClean="0"/>
              <a:t>30</a:t>
            </a:fld>
            <a:endParaRPr lang="en-IN" dirty="0"/>
          </a:p>
        </p:txBody>
      </p:sp>
    </p:spTree>
    <p:extLst>
      <p:ext uri="{BB962C8B-B14F-4D97-AF65-F5344CB8AC3E}">
        <p14:creationId xmlns:p14="http://schemas.microsoft.com/office/powerpoint/2010/main" val="3704786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BF1B5-9B8E-AF47-2E38-1AE1F76B2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755E1-6ABB-D8B6-9111-060A70CE5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41A09-E444-0A79-7541-ADA94862C8C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D72767-59D7-E838-6895-6D8CD38AA50C}"/>
              </a:ext>
            </a:extLst>
          </p:cNvPr>
          <p:cNvSpPr>
            <a:spLocks noGrp="1"/>
          </p:cNvSpPr>
          <p:nvPr>
            <p:ph type="sldNum" sz="quarter" idx="5"/>
          </p:nvPr>
        </p:nvSpPr>
        <p:spPr/>
        <p:txBody>
          <a:bodyPr/>
          <a:lstStyle/>
          <a:p>
            <a:fld id="{EB3F9CC3-2089-468C-859C-5E3002A3B78F}" type="slidenum">
              <a:rPr lang="en-IN" smtClean="0"/>
              <a:t>31</a:t>
            </a:fld>
            <a:endParaRPr lang="en-IN" dirty="0"/>
          </a:p>
        </p:txBody>
      </p:sp>
    </p:spTree>
    <p:extLst>
      <p:ext uri="{BB962C8B-B14F-4D97-AF65-F5344CB8AC3E}">
        <p14:creationId xmlns:p14="http://schemas.microsoft.com/office/powerpoint/2010/main" val="704972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5A46-1C6D-B9B8-20FD-03671E68B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22508-9C3E-D157-52BB-EDEA244A6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2E951-AA4D-9B52-9267-172435145C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0AA395A-91A9-A9DC-843F-039AA7C85321}"/>
              </a:ext>
            </a:extLst>
          </p:cNvPr>
          <p:cNvSpPr>
            <a:spLocks noGrp="1"/>
          </p:cNvSpPr>
          <p:nvPr>
            <p:ph type="sldNum" sz="quarter" idx="5"/>
          </p:nvPr>
        </p:nvSpPr>
        <p:spPr/>
        <p:txBody>
          <a:bodyPr/>
          <a:lstStyle/>
          <a:p>
            <a:fld id="{EB3F9CC3-2089-468C-859C-5E3002A3B78F}" type="slidenum">
              <a:rPr lang="en-IN" smtClean="0"/>
              <a:t>32</a:t>
            </a:fld>
            <a:endParaRPr lang="en-IN" dirty="0"/>
          </a:p>
        </p:txBody>
      </p:sp>
    </p:spTree>
    <p:extLst>
      <p:ext uri="{BB962C8B-B14F-4D97-AF65-F5344CB8AC3E}">
        <p14:creationId xmlns:p14="http://schemas.microsoft.com/office/powerpoint/2010/main" val="1593023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ED96C-5EA0-43F1-3390-73B43C36B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C994E-6C07-20AB-704E-423E171D2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1F360-C79D-833C-5048-1DC9B01A3E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E29E4C-6AD9-36A9-62FA-C216B1BEE88A}"/>
              </a:ext>
            </a:extLst>
          </p:cNvPr>
          <p:cNvSpPr>
            <a:spLocks noGrp="1"/>
          </p:cNvSpPr>
          <p:nvPr>
            <p:ph type="sldNum" sz="quarter" idx="5"/>
          </p:nvPr>
        </p:nvSpPr>
        <p:spPr/>
        <p:txBody>
          <a:bodyPr/>
          <a:lstStyle/>
          <a:p>
            <a:fld id="{EB3F9CC3-2089-468C-859C-5E3002A3B78F}" type="slidenum">
              <a:rPr lang="en-IN" smtClean="0"/>
              <a:t>33</a:t>
            </a:fld>
            <a:endParaRPr lang="en-IN" dirty="0"/>
          </a:p>
        </p:txBody>
      </p:sp>
    </p:spTree>
    <p:extLst>
      <p:ext uri="{BB962C8B-B14F-4D97-AF65-F5344CB8AC3E}">
        <p14:creationId xmlns:p14="http://schemas.microsoft.com/office/powerpoint/2010/main" val="3811309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5227-3167-1477-88FC-2C06D85DE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48CC9-9AF2-281A-89D9-C2455A05B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CF347-5C21-D5F0-5C8C-6752BC3692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A4EDC9D-1363-FAE6-DC89-4B2FA0DF8FD5}"/>
              </a:ext>
            </a:extLst>
          </p:cNvPr>
          <p:cNvSpPr>
            <a:spLocks noGrp="1"/>
          </p:cNvSpPr>
          <p:nvPr>
            <p:ph type="sldNum" sz="quarter" idx="5"/>
          </p:nvPr>
        </p:nvSpPr>
        <p:spPr/>
        <p:txBody>
          <a:bodyPr/>
          <a:lstStyle/>
          <a:p>
            <a:fld id="{EB3F9CC3-2089-468C-859C-5E3002A3B78F}" type="slidenum">
              <a:rPr lang="en-IN" smtClean="0"/>
              <a:t>34</a:t>
            </a:fld>
            <a:endParaRPr lang="en-IN" dirty="0"/>
          </a:p>
        </p:txBody>
      </p:sp>
    </p:spTree>
    <p:extLst>
      <p:ext uri="{BB962C8B-B14F-4D97-AF65-F5344CB8AC3E}">
        <p14:creationId xmlns:p14="http://schemas.microsoft.com/office/powerpoint/2010/main" val="31233506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96AED-30B7-7DDC-7497-4932BE88A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3BF37-82EE-2578-E817-231A9770B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5154F-38AD-B1AB-64B2-E635D3B89FB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E80832-FC9C-C294-6C51-D163B343FC9D}"/>
              </a:ext>
            </a:extLst>
          </p:cNvPr>
          <p:cNvSpPr>
            <a:spLocks noGrp="1"/>
          </p:cNvSpPr>
          <p:nvPr>
            <p:ph type="sldNum" sz="quarter" idx="5"/>
          </p:nvPr>
        </p:nvSpPr>
        <p:spPr/>
        <p:txBody>
          <a:bodyPr/>
          <a:lstStyle/>
          <a:p>
            <a:fld id="{EB3F9CC3-2089-468C-859C-5E3002A3B78F}" type="slidenum">
              <a:rPr lang="en-IN" smtClean="0"/>
              <a:t>36</a:t>
            </a:fld>
            <a:endParaRPr lang="en-IN" dirty="0"/>
          </a:p>
        </p:txBody>
      </p:sp>
    </p:spTree>
    <p:extLst>
      <p:ext uri="{BB962C8B-B14F-4D97-AF65-F5344CB8AC3E}">
        <p14:creationId xmlns:p14="http://schemas.microsoft.com/office/powerpoint/2010/main" val="37544220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9DFF7-EC6E-778A-8833-7141D629D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DC6A5-3F69-8791-A751-DDFC329F2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D206A-DC5A-531B-6757-76860C89FC2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AE1059-E330-837F-5FB6-46A4C40BAC3F}"/>
              </a:ext>
            </a:extLst>
          </p:cNvPr>
          <p:cNvSpPr>
            <a:spLocks noGrp="1"/>
          </p:cNvSpPr>
          <p:nvPr>
            <p:ph type="sldNum" sz="quarter" idx="5"/>
          </p:nvPr>
        </p:nvSpPr>
        <p:spPr/>
        <p:txBody>
          <a:bodyPr/>
          <a:lstStyle/>
          <a:p>
            <a:fld id="{EB3F9CC3-2089-468C-859C-5E3002A3B78F}" type="slidenum">
              <a:rPr lang="en-IN" smtClean="0"/>
              <a:t>37</a:t>
            </a:fld>
            <a:endParaRPr lang="en-IN" dirty="0"/>
          </a:p>
        </p:txBody>
      </p:sp>
    </p:spTree>
    <p:extLst>
      <p:ext uri="{BB962C8B-B14F-4D97-AF65-F5344CB8AC3E}">
        <p14:creationId xmlns:p14="http://schemas.microsoft.com/office/powerpoint/2010/main" val="4878140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2534A-2EB0-E29C-BC45-AF83E4E67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71009-6B8B-9C13-C36B-14527A1CC5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B3FF6-0DF3-0911-D28E-D8EC00D4B3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E4414C-7E32-D5E4-DFB9-ADB55F375392}"/>
              </a:ext>
            </a:extLst>
          </p:cNvPr>
          <p:cNvSpPr>
            <a:spLocks noGrp="1"/>
          </p:cNvSpPr>
          <p:nvPr>
            <p:ph type="sldNum" sz="quarter" idx="5"/>
          </p:nvPr>
        </p:nvSpPr>
        <p:spPr/>
        <p:txBody>
          <a:bodyPr/>
          <a:lstStyle/>
          <a:p>
            <a:fld id="{EB3F9CC3-2089-468C-859C-5E3002A3B78F}" type="slidenum">
              <a:rPr lang="en-IN" smtClean="0"/>
              <a:t>38</a:t>
            </a:fld>
            <a:endParaRPr lang="en-IN" dirty="0"/>
          </a:p>
        </p:txBody>
      </p:sp>
    </p:spTree>
    <p:extLst>
      <p:ext uri="{BB962C8B-B14F-4D97-AF65-F5344CB8AC3E}">
        <p14:creationId xmlns:p14="http://schemas.microsoft.com/office/powerpoint/2010/main" val="34383286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306FE-7D46-A21F-4B60-84DB16ADD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F7F772-A2FC-9EA7-AE1B-1C722B282B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BB6C5-CF95-9253-6CED-FE7AC06069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83B5C0D-CAF9-3814-39D4-3F3263EC815E}"/>
              </a:ext>
            </a:extLst>
          </p:cNvPr>
          <p:cNvSpPr>
            <a:spLocks noGrp="1"/>
          </p:cNvSpPr>
          <p:nvPr>
            <p:ph type="sldNum" sz="quarter" idx="5"/>
          </p:nvPr>
        </p:nvSpPr>
        <p:spPr/>
        <p:txBody>
          <a:bodyPr/>
          <a:lstStyle/>
          <a:p>
            <a:fld id="{EB3F9CC3-2089-468C-859C-5E3002A3B78F}" type="slidenum">
              <a:rPr lang="en-IN" smtClean="0"/>
              <a:t>39</a:t>
            </a:fld>
            <a:endParaRPr lang="en-IN" dirty="0"/>
          </a:p>
        </p:txBody>
      </p:sp>
    </p:spTree>
    <p:extLst>
      <p:ext uri="{BB962C8B-B14F-4D97-AF65-F5344CB8AC3E}">
        <p14:creationId xmlns:p14="http://schemas.microsoft.com/office/powerpoint/2010/main" val="21965495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9F7CC-5F19-6432-7492-758FD2E35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7EBD0-5F26-F5A6-3E00-AECE9AC4F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09E79-25D8-821A-3C37-DFBA670C7A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915504-062B-0CEB-BBC8-ACBDD00BC402}"/>
              </a:ext>
            </a:extLst>
          </p:cNvPr>
          <p:cNvSpPr>
            <a:spLocks noGrp="1"/>
          </p:cNvSpPr>
          <p:nvPr>
            <p:ph type="sldNum" sz="quarter" idx="5"/>
          </p:nvPr>
        </p:nvSpPr>
        <p:spPr/>
        <p:txBody>
          <a:bodyPr/>
          <a:lstStyle/>
          <a:p>
            <a:fld id="{EB3F9CC3-2089-468C-859C-5E3002A3B78F}" type="slidenum">
              <a:rPr lang="en-IN" smtClean="0"/>
              <a:t>40</a:t>
            </a:fld>
            <a:endParaRPr lang="en-IN" dirty="0"/>
          </a:p>
        </p:txBody>
      </p:sp>
    </p:spTree>
    <p:extLst>
      <p:ext uri="{BB962C8B-B14F-4D97-AF65-F5344CB8AC3E}">
        <p14:creationId xmlns:p14="http://schemas.microsoft.com/office/powerpoint/2010/main" val="3262223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324BD-462D-E7C5-5F42-85B59635E7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E61EE6-FD8A-6E87-36FF-14F8C6126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CF41AE0-5878-77DB-170E-F53181385448}"/>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5" name="Footer Placeholder 4">
            <a:extLst>
              <a:ext uri="{FF2B5EF4-FFF2-40B4-BE49-F238E27FC236}">
                <a16:creationId xmlns:a16="http://schemas.microsoft.com/office/drawing/2014/main" id="{8AFBA4D7-769F-C472-D290-0A3ECCF3D4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7471FA-50E4-7463-5551-FE922273C92B}"/>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260385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D3313-31B1-35E5-AFEC-8DF5A05036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A86BDB-87B5-0F78-44BC-E7321CC1C1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96BD1E-CA23-F247-17AD-6769E5BF7472}"/>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5" name="Footer Placeholder 4">
            <a:extLst>
              <a:ext uri="{FF2B5EF4-FFF2-40B4-BE49-F238E27FC236}">
                <a16:creationId xmlns:a16="http://schemas.microsoft.com/office/drawing/2014/main" id="{360A4D69-6420-043F-A83D-0EAE1F563D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5DCFE4-256A-D926-96AF-A205FC2BE398}"/>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76502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83D7-4956-444B-43AE-CE7481246D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BB899B-EAC9-E358-33A4-88DB240B8D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851E84-BD21-75BE-3CF0-67B8DFE85A6F}"/>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5" name="Footer Placeholder 4">
            <a:extLst>
              <a:ext uri="{FF2B5EF4-FFF2-40B4-BE49-F238E27FC236}">
                <a16:creationId xmlns:a16="http://schemas.microsoft.com/office/drawing/2014/main" id="{3BB9D10A-7813-B9B0-0669-A3C3BABD5B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370C68-DE4C-55D0-4603-BDF93C873903}"/>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185242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937BD-40DE-B267-0CAF-E4C7060EB6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4A6736-DB14-6C50-D690-6284E08A1B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1A0E00-B8CC-5284-9F6D-105B8B002B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DBE450-EB38-F2A1-0991-3F90F126AA0D}"/>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6" name="Footer Placeholder 5">
            <a:extLst>
              <a:ext uri="{FF2B5EF4-FFF2-40B4-BE49-F238E27FC236}">
                <a16:creationId xmlns:a16="http://schemas.microsoft.com/office/drawing/2014/main" id="{F88B4FEB-B951-67E4-172A-150E48720D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EC2C6E-DD8B-23DB-D07C-9F0389BE55D8}"/>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3401840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5B01-A6EF-048E-CE2E-8291EDF689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A0079E-82C4-8932-2611-2813DCC12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59EE30-14F2-6EC5-F54C-77CD9C265D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417C3F-77BD-16C3-9A17-E5BC053314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A4B815-ED38-0ED1-D484-D248A346DF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4A3E1B-B3A4-17B6-5340-FD13624BEB0E}"/>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8" name="Footer Placeholder 7">
            <a:extLst>
              <a:ext uri="{FF2B5EF4-FFF2-40B4-BE49-F238E27FC236}">
                <a16:creationId xmlns:a16="http://schemas.microsoft.com/office/drawing/2014/main" id="{88A7158F-1DDF-3215-6E68-CA3AE547D7C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5030B4-5CDE-A401-9BCD-F032ADA54CAB}"/>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206248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B227D-2152-E48A-89DE-75288067935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F28C24-B3C3-6E54-E96D-AC9556E16AC7}"/>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4" name="Footer Placeholder 3">
            <a:extLst>
              <a:ext uri="{FF2B5EF4-FFF2-40B4-BE49-F238E27FC236}">
                <a16:creationId xmlns:a16="http://schemas.microsoft.com/office/drawing/2014/main" id="{7BA4CE9A-01BD-55AA-D49F-4DDA9F15BC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9C2EAA6-CCBF-E669-A76C-1210EF902897}"/>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125558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7718EE-B5A8-1EC6-7667-B1D6C8BA69A1}"/>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3" name="Footer Placeholder 2">
            <a:extLst>
              <a:ext uri="{FF2B5EF4-FFF2-40B4-BE49-F238E27FC236}">
                <a16:creationId xmlns:a16="http://schemas.microsoft.com/office/drawing/2014/main" id="{DD91F486-578B-234B-D736-9F8CF37822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9012F39-5484-3F16-E1A9-54B8D2DEFD83}"/>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10421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21CBB-085B-36BA-8A3B-9BBD3D646F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6F0D7E-38C6-7C2A-C6D1-9B3179D634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889D894-BBBC-1587-036C-0F08C72940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4321A-C608-ABCA-E3AC-997D7E98AAFE}"/>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6" name="Footer Placeholder 5">
            <a:extLst>
              <a:ext uri="{FF2B5EF4-FFF2-40B4-BE49-F238E27FC236}">
                <a16:creationId xmlns:a16="http://schemas.microsoft.com/office/drawing/2014/main" id="{905992A1-D678-B90F-E56A-6A76F5D1E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DB2ED7-747F-3608-F2C7-5AD1AADCE582}"/>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2552090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8B8C7-2AC8-A426-0700-31C41AE20F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E6B706-46D0-1AFC-9E52-B88F555C31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828983-0A20-2378-BD8A-2949510D5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336CB9-DF6A-F588-7EDB-3BEF7654574F}"/>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6" name="Footer Placeholder 5">
            <a:extLst>
              <a:ext uri="{FF2B5EF4-FFF2-40B4-BE49-F238E27FC236}">
                <a16:creationId xmlns:a16="http://schemas.microsoft.com/office/drawing/2014/main" id="{428BCA35-DBB7-6A08-3227-B934BCF286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13EF98-89F7-5023-CA1D-D6C7AE720642}"/>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2214826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77BC7-7DC3-018C-4D42-D3980E1F18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AEA395-D899-5B8F-F22F-0C300B6714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AD8364-4E62-BAFF-012C-155452A03C96}"/>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5" name="Footer Placeholder 4">
            <a:extLst>
              <a:ext uri="{FF2B5EF4-FFF2-40B4-BE49-F238E27FC236}">
                <a16:creationId xmlns:a16="http://schemas.microsoft.com/office/drawing/2014/main" id="{B313599E-963D-FDA4-DA52-FE7E79AEBE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4453F0-56DC-009E-19DA-92B12EE442D1}"/>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1658273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989BC4-6C24-CF8F-0E5E-6B35CDCAAD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815E3A-3B27-68F5-6CF2-8A166A75EC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7AF303-AC61-2DFE-D11B-E78AFBACFF94}"/>
              </a:ext>
            </a:extLst>
          </p:cNvPr>
          <p:cNvSpPr>
            <a:spLocks noGrp="1"/>
          </p:cNvSpPr>
          <p:nvPr>
            <p:ph type="dt" sz="half" idx="10"/>
          </p:nvPr>
        </p:nvSpPr>
        <p:spPr/>
        <p:txBody>
          <a:bodyPr/>
          <a:lstStyle/>
          <a:p>
            <a:fld id="{8613E08D-DC91-43AD-A6D5-D6383F71551F}" type="datetimeFigureOut">
              <a:rPr lang="en-IN" smtClean="0"/>
              <a:t>18-01-2026</a:t>
            </a:fld>
            <a:endParaRPr lang="en-IN"/>
          </a:p>
        </p:txBody>
      </p:sp>
      <p:sp>
        <p:nvSpPr>
          <p:cNvPr id="5" name="Footer Placeholder 4">
            <a:extLst>
              <a:ext uri="{FF2B5EF4-FFF2-40B4-BE49-F238E27FC236}">
                <a16:creationId xmlns:a16="http://schemas.microsoft.com/office/drawing/2014/main" id="{FAAD0DF1-DF78-A7ED-3BCA-C4ECD1238D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1E75C2-B0D9-679E-3278-87A596DDEF67}"/>
              </a:ext>
            </a:extLst>
          </p:cNvPr>
          <p:cNvSpPr>
            <a:spLocks noGrp="1"/>
          </p:cNvSpPr>
          <p:nvPr>
            <p:ph type="sldNum" sz="quarter" idx="12"/>
          </p:nvPr>
        </p:nvSpPr>
        <p:spPr/>
        <p:txBody>
          <a:bodyPr/>
          <a:lstStyle/>
          <a:p>
            <a:fld id="{70023BE0-7750-4124-8724-C9B23C5C958B}" type="slidenum">
              <a:rPr lang="en-IN" smtClean="0"/>
              <a:t>‹#›</a:t>
            </a:fld>
            <a:endParaRPr lang="en-IN"/>
          </a:p>
        </p:txBody>
      </p:sp>
    </p:spTree>
    <p:extLst>
      <p:ext uri="{BB962C8B-B14F-4D97-AF65-F5344CB8AC3E}">
        <p14:creationId xmlns:p14="http://schemas.microsoft.com/office/powerpoint/2010/main" val="3930471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003527-5ED0-63B8-D13B-7BC2D110C0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81985A-0197-074C-2BA0-35D0ED6FEC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C70A98-C885-6138-2435-3005CC56FF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13E08D-DC91-43AD-A6D5-D6383F71551F}" type="datetimeFigureOut">
              <a:rPr lang="en-IN" smtClean="0"/>
              <a:t>18-01-2026</a:t>
            </a:fld>
            <a:endParaRPr lang="en-IN"/>
          </a:p>
        </p:txBody>
      </p:sp>
      <p:sp>
        <p:nvSpPr>
          <p:cNvPr id="5" name="Footer Placeholder 4">
            <a:extLst>
              <a:ext uri="{FF2B5EF4-FFF2-40B4-BE49-F238E27FC236}">
                <a16:creationId xmlns:a16="http://schemas.microsoft.com/office/drawing/2014/main" id="{5022018E-B2D7-141B-2662-D3E90BC883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DB63EAC-6376-5ED7-3638-B646E8D84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023BE0-7750-4124-8724-C9B23C5C958B}" type="slidenum">
              <a:rPr lang="en-IN" smtClean="0"/>
              <a:t>‹#›</a:t>
            </a:fld>
            <a:endParaRPr lang="en-IN"/>
          </a:p>
        </p:txBody>
      </p:sp>
    </p:spTree>
    <p:extLst>
      <p:ext uri="{BB962C8B-B14F-4D97-AF65-F5344CB8AC3E}">
        <p14:creationId xmlns:p14="http://schemas.microsoft.com/office/powerpoint/2010/main" val="2903989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clerk.com/docs/nextjs/guides/customizing-clerk/appearance-prop/theme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jpeg"/></Relationships>
</file>

<file path=ppt/slides/_rels/slide32.xml.rels><?xml version="1.0" encoding="UTF-8" standalone="yes"?>
<Relationships xmlns="http://schemas.openxmlformats.org/package/2006/relationships"><Relationship Id="rId3" Type="http://schemas.openxmlformats.org/officeDocument/2006/relationships/hyperlink" Target="https://clerk.com/docs/nextjs/guides/customizing-clerk/appearance-prop/themes"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4D44F474-2FBA-EA2B-E472-6B242BB677E0}"/>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233401CC-D8AC-50CB-E02E-21828D9CF920}"/>
              </a:ext>
            </a:extLst>
          </p:cNvPr>
          <p:cNvSpPr>
            <a:spLocks noGrp="1"/>
          </p:cNvSpPr>
          <p:nvPr>
            <p:ph type="ctrTitle"/>
          </p:nvPr>
        </p:nvSpPr>
        <p:spPr>
          <a:xfrm>
            <a:off x="313786" y="908651"/>
            <a:ext cx="5497734" cy="4005454"/>
          </a:xfrm>
        </p:spPr>
        <p:txBody>
          <a:bodyPr anchor="t">
            <a:normAutofit/>
          </a:bodyPr>
          <a:lstStyle/>
          <a:p>
            <a:pPr algn="l"/>
            <a:r>
              <a:rPr lang="en-IN" sz="6800" dirty="0">
                <a:solidFill>
                  <a:sysClr val="windowText" lastClr="000000"/>
                </a:solidFill>
                <a:latin typeface="Akira Expanded" panose="02000800000000000000" pitchFamily="50" charset="0"/>
              </a:rPr>
              <a:t>GitHub Copilot</a:t>
            </a:r>
          </a:p>
        </p:txBody>
      </p:sp>
      <p:sp>
        <p:nvSpPr>
          <p:cNvPr id="3" name="Subtitle 2">
            <a:extLst>
              <a:ext uri="{FF2B5EF4-FFF2-40B4-BE49-F238E27FC236}">
                <a16:creationId xmlns:a16="http://schemas.microsoft.com/office/drawing/2014/main" id="{A02B54E3-B2E3-26E6-8A23-DD212FF5D145}"/>
              </a:ext>
            </a:extLst>
          </p:cNvPr>
          <p:cNvSpPr>
            <a:spLocks noGrp="1"/>
          </p:cNvSpPr>
          <p:nvPr>
            <p:ph type="subTitle" idx="1"/>
          </p:nvPr>
        </p:nvSpPr>
        <p:spPr>
          <a:xfrm>
            <a:off x="313786" y="5050632"/>
            <a:ext cx="4695094" cy="898717"/>
          </a:xfrm>
          <a:solidFill>
            <a:srgbClr val="00B0F0"/>
          </a:solidFill>
        </p:spPr>
        <p:txBody>
          <a:bodyPr anchor="t">
            <a:normAutofit lnSpcReduction="10000"/>
          </a:bodyPr>
          <a:lstStyle/>
          <a:p>
            <a:pPr algn="l"/>
            <a:r>
              <a:rPr lang="en-IN" sz="2200" dirty="0">
                <a:ln w="19050">
                  <a:solidFill>
                    <a:schemeClr val="tx1">
                      <a:lumMod val="50000"/>
                      <a:lumOff val="50000"/>
                    </a:schemeClr>
                  </a:solidFill>
                </a:ln>
                <a:solidFill>
                  <a:schemeClr val="bg1"/>
                </a:solidFill>
                <a:effectLst>
                  <a:outerShdw blurRad="50800" dist="38100" algn="l" rotWithShape="0">
                    <a:prstClr val="black">
                      <a:alpha val="40000"/>
                    </a:prstClr>
                  </a:outerShdw>
                </a:effectLst>
                <a:latin typeface="Akira Expanded" panose="02000800000000000000" pitchFamily="50" charset="0"/>
              </a:rPr>
              <a:t>Full stack app development using GitHub copilot chat</a:t>
            </a:r>
          </a:p>
        </p:txBody>
      </p:sp>
      <p:cxnSp>
        <p:nvCxnSpPr>
          <p:cNvPr id="13" name="Straight Connector 12">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09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6038BEE-BF7F-DACE-C994-0431D2580C53}"/>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latin typeface="Univers Condensed" panose="020B0506020202050204" pitchFamily="34" charset="0"/>
              </a:rPr>
              <a:t>Project intro</a:t>
            </a:r>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0F72C87-2407-6303-C292-80982DED7771}"/>
              </a:ext>
            </a:extLst>
          </p:cNvPr>
          <p:cNvSpPr>
            <a:spLocks noGrp="1"/>
          </p:cNvSpPr>
          <p:nvPr>
            <p:ph idx="1"/>
          </p:nvPr>
        </p:nvSpPr>
        <p:spPr>
          <a:xfrm>
            <a:off x="704088" y="2727391"/>
            <a:ext cx="6239599" cy="1031809"/>
          </a:xfrm>
        </p:spPr>
        <p:txBody>
          <a:bodyPr>
            <a:normAutofit/>
          </a:bodyPr>
          <a:lstStyle/>
          <a:p>
            <a:pPr marL="0" indent="0">
              <a:buNone/>
            </a:pPr>
            <a:r>
              <a:rPr lang="en-IN" dirty="0">
                <a:latin typeface="Univers Condensed" panose="020B0506020202050204" pitchFamily="34" charset="0"/>
              </a:rPr>
              <a:t>Full stack application with Front end, back end, database and authentication</a:t>
            </a:r>
          </a:p>
        </p:txBody>
      </p:sp>
      <p:pic>
        <p:nvPicPr>
          <p:cNvPr id="4" name="Picture 3">
            <a:extLst>
              <a:ext uri="{FF2B5EF4-FFF2-40B4-BE49-F238E27FC236}">
                <a16:creationId xmlns:a16="http://schemas.microsoft.com/office/drawing/2014/main" id="{0EA6A150-57D9-AD1A-3BE3-E25E0790D061}"/>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1208370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3E770-5D0B-E34F-E8DA-FAD3783E1E3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33D52E1-E0C4-FA8C-5A9B-F15A36B3C0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5EC1DF5-023F-3CCE-9DC3-B0C008CE0795}"/>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latin typeface="Univers Condensed" panose="020B0506020202050204" pitchFamily="34" charset="0"/>
              </a:rPr>
              <a:t>Stack Overview</a:t>
            </a:r>
          </a:p>
        </p:txBody>
      </p:sp>
      <p:cxnSp>
        <p:nvCxnSpPr>
          <p:cNvPr id="11" name="Straight Connector 10">
            <a:extLst>
              <a:ext uri="{FF2B5EF4-FFF2-40B4-BE49-F238E27FC236}">
                <a16:creationId xmlns:a16="http://schemas.microsoft.com/office/drawing/2014/main" id="{EF75C396-FC82-1499-9BEF-25287D3DDF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F304292-A0E2-D585-994C-9AB839A8DDBC}"/>
              </a:ext>
            </a:extLst>
          </p:cNvPr>
          <p:cNvSpPr>
            <a:spLocks noGrp="1"/>
          </p:cNvSpPr>
          <p:nvPr>
            <p:ph idx="1"/>
          </p:nvPr>
        </p:nvSpPr>
        <p:spPr>
          <a:xfrm>
            <a:off x="704087" y="1902402"/>
            <a:ext cx="6239599" cy="2733609"/>
          </a:xfrm>
        </p:spPr>
        <p:txBody>
          <a:bodyPr>
            <a:normAutofit fontScale="92500" lnSpcReduction="10000"/>
          </a:bodyPr>
          <a:lstStyle/>
          <a:p>
            <a:r>
              <a:rPr lang="en-IN" dirty="0">
                <a:latin typeface="Univers Condensed" panose="020B0506020202050204" pitchFamily="34" charset="0"/>
              </a:rPr>
              <a:t>Next.js</a:t>
            </a:r>
          </a:p>
          <a:p>
            <a:r>
              <a:rPr lang="en-IN" dirty="0" err="1">
                <a:latin typeface="Univers Condensed" panose="020B0506020202050204" pitchFamily="34" charset="0"/>
              </a:rPr>
              <a:t>Shadcn</a:t>
            </a:r>
            <a:r>
              <a:rPr lang="en-IN" dirty="0">
                <a:latin typeface="Univers Condensed" panose="020B0506020202050204" pitchFamily="34" charset="0"/>
              </a:rPr>
              <a:t> UI + tailwind </a:t>
            </a:r>
            <a:r>
              <a:rPr lang="en-IN" dirty="0" err="1">
                <a:latin typeface="Univers Condensed" panose="020B0506020202050204" pitchFamily="34" charset="0"/>
              </a:rPr>
              <a:t>css</a:t>
            </a:r>
            <a:endParaRPr lang="en-IN" dirty="0">
              <a:latin typeface="Univers Condensed" panose="020B0506020202050204" pitchFamily="34" charset="0"/>
            </a:endParaRPr>
          </a:p>
          <a:p>
            <a:r>
              <a:rPr lang="en-IN" dirty="0">
                <a:latin typeface="Univers Condensed" panose="020B0506020202050204" pitchFamily="34" charset="0"/>
              </a:rPr>
              <a:t>Postgres </a:t>
            </a:r>
            <a:r>
              <a:rPr lang="en-IN" dirty="0" err="1">
                <a:latin typeface="Univers Condensed" panose="020B0506020202050204" pitchFamily="34" charset="0"/>
              </a:rPr>
              <a:t>db</a:t>
            </a:r>
            <a:r>
              <a:rPr lang="en-IN" dirty="0">
                <a:latin typeface="Univers Condensed" panose="020B0506020202050204" pitchFamily="34" charset="0"/>
              </a:rPr>
              <a:t> on Neon</a:t>
            </a:r>
          </a:p>
          <a:p>
            <a:r>
              <a:rPr lang="en-IN" dirty="0">
                <a:latin typeface="Univers Condensed" panose="020B0506020202050204" pitchFamily="34" charset="0"/>
              </a:rPr>
              <a:t>Drizzle ORM</a:t>
            </a:r>
          </a:p>
          <a:p>
            <a:r>
              <a:rPr lang="en-IN" dirty="0">
                <a:latin typeface="Univers Condensed" panose="020B0506020202050204" pitchFamily="34" charset="0"/>
              </a:rPr>
              <a:t>Clerk for authentication</a:t>
            </a:r>
          </a:p>
          <a:p>
            <a:r>
              <a:rPr lang="en-IN" dirty="0" err="1">
                <a:latin typeface="Univers Condensed" panose="020B0506020202050204" pitchFamily="34" charset="0"/>
              </a:rPr>
              <a:t>zod</a:t>
            </a:r>
            <a:endParaRPr lang="en-IN" dirty="0">
              <a:latin typeface="Univers Condensed" panose="020B0506020202050204" pitchFamily="34" charset="0"/>
            </a:endParaRPr>
          </a:p>
          <a:p>
            <a:endParaRPr lang="en-IN" dirty="0">
              <a:latin typeface="Univers Condensed" panose="020B0506020202050204" pitchFamily="34" charset="0"/>
            </a:endParaRPr>
          </a:p>
        </p:txBody>
      </p:sp>
      <p:pic>
        <p:nvPicPr>
          <p:cNvPr id="4" name="Picture 3">
            <a:extLst>
              <a:ext uri="{FF2B5EF4-FFF2-40B4-BE49-F238E27FC236}">
                <a16:creationId xmlns:a16="http://schemas.microsoft.com/office/drawing/2014/main" id="{1B5D4342-D7A7-FF96-F32A-05BF3F2F9C5E}"/>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1026" name="Picture 2" descr="Next.js Logo &amp; Brand Assets (SVG, PNG ...">
            <a:extLst>
              <a:ext uri="{FF2B5EF4-FFF2-40B4-BE49-F238E27FC236}">
                <a16:creationId xmlns:a16="http://schemas.microsoft.com/office/drawing/2014/main" id="{C8A8FEBF-4114-124C-55B4-BD77499474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3423" y="914400"/>
            <a:ext cx="792163" cy="7921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E886B24-D617-11D3-65E6-FC6A1210A692}"/>
              </a:ext>
            </a:extLst>
          </p:cNvPr>
          <p:cNvPicPr>
            <a:picLocks noChangeAspect="1"/>
          </p:cNvPicPr>
          <p:nvPr/>
        </p:nvPicPr>
        <p:blipFill>
          <a:blip r:embed="rId5"/>
          <a:srcRect l="14446" t="37491" r="14622" b="36489"/>
          <a:stretch>
            <a:fillRect/>
          </a:stretch>
        </p:blipFill>
        <p:spPr>
          <a:xfrm>
            <a:off x="7583423" y="2017912"/>
            <a:ext cx="2592774" cy="534981"/>
          </a:xfrm>
          <a:prstGeom prst="rect">
            <a:avLst/>
          </a:prstGeom>
        </p:spPr>
      </p:pic>
      <p:pic>
        <p:nvPicPr>
          <p:cNvPr id="6" name="Picture 5">
            <a:extLst>
              <a:ext uri="{FF2B5EF4-FFF2-40B4-BE49-F238E27FC236}">
                <a16:creationId xmlns:a16="http://schemas.microsoft.com/office/drawing/2014/main" id="{A5AAF7AB-ECBF-1757-A606-FED387FA6B7D}"/>
              </a:ext>
            </a:extLst>
          </p:cNvPr>
          <p:cNvPicPr>
            <a:picLocks noChangeAspect="1"/>
          </p:cNvPicPr>
          <p:nvPr/>
        </p:nvPicPr>
        <p:blipFill>
          <a:blip r:embed="rId6"/>
          <a:stretch>
            <a:fillRect/>
          </a:stretch>
        </p:blipFill>
        <p:spPr>
          <a:xfrm>
            <a:off x="7583422" y="2864241"/>
            <a:ext cx="792163" cy="792163"/>
          </a:xfrm>
          <a:prstGeom prst="rect">
            <a:avLst/>
          </a:prstGeom>
        </p:spPr>
      </p:pic>
      <p:pic>
        <p:nvPicPr>
          <p:cNvPr id="7" name="Picture 6">
            <a:extLst>
              <a:ext uri="{FF2B5EF4-FFF2-40B4-BE49-F238E27FC236}">
                <a16:creationId xmlns:a16="http://schemas.microsoft.com/office/drawing/2014/main" id="{8C61E66F-2934-67C1-4EAF-9AEC5FD09189}"/>
              </a:ext>
            </a:extLst>
          </p:cNvPr>
          <p:cNvPicPr>
            <a:picLocks noChangeAspect="1"/>
          </p:cNvPicPr>
          <p:nvPr/>
        </p:nvPicPr>
        <p:blipFill>
          <a:blip r:embed="rId7"/>
          <a:srcRect l="14373" t="29897" r="11706" b="34319"/>
          <a:stretch>
            <a:fillRect/>
          </a:stretch>
        </p:blipFill>
        <p:spPr>
          <a:xfrm>
            <a:off x="7583422" y="3944494"/>
            <a:ext cx="2905760" cy="590796"/>
          </a:xfrm>
          <a:prstGeom prst="rect">
            <a:avLst/>
          </a:prstGeom>
        </p:spPr>
      </p:pic>
      <p:pic>
        <p:nvPicPr>
          <p:cNvPr id="8" name="Picture 7">
            <a:extLst>
              <a:ext uri="{FF2B5EF4-FFF2-40B4-BE49-F238E27FC236}">
                <a16:creationId xmlns:a16="http://schemas.microsoft.com/office/drawing/2014/main" id="{D917337D-DD5E-8B0C-6434-952FBCBC75E2}"/>
              </a:ext>
            </a:extLst>
          </p:cNvPr>
          <p:cNvPicPr>
            <a:picLocks noChangeAspect="1"/>
          </p:cNvPicPr>
          <p:nvPr/>
        </p:nvPicPr>
        <p:blipFill>
          <a:blip r:embed="rId8"/>
          <a:stretch>
            <a:fillRect/>
          </a:stretch>
        </p:blipFill>
        <p:spPr>
          <a:xfrm>
            <a:off x="7583421" y="4725190"/>
            <a:ext cx="792163" cy="792163"/>
          </a:xfrm>
          <a:prstGeom prst="rect">
            <a:avLst/>
          </a:prstGeom>
        </p:spPr>
      </p:pic>
    </p:spTree>
    <p:extLst>
      <p:ext uri="{BB962C8B-B14F-4D97-AF65-F5344CB8AC3E}">
        <p14:creationId xmlns:p14="http://schemas.microsoft.com/office/powerpoint/2010/main" val="3198099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EAF50-6CB9-E1AB-A67B-B05B3957999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04A7EFE-22AA-4825-E067-4B246DC57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E6CBED4-7105-358A-B625-F26A1CE2A1AF}"/>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latin typeface="Univers Condensed" panose="020B0506020202050204" pitchFamily="34" charset="0"/>
              </a:rPr>
              <a:t>Next.js Project Setup</a:t>
            </a:r>
          </a:p>
        </p:txBody>
      </p:sp>
      <p:cxnSp>
        <p:nvCxnSpPr>
          <p:cNvPr id="11" name="Straight Connector 10">
            <a:extLst>
              <a:ext uri="{FF2B5EF4-FFF2-40B4-BE49-F238E27FC236}">
                <a16:creationId xmlns:a16="http://schemas.microsoft.com/office/drawing/2014/main" id="{1F731BCB-1598-4271-3663-8A4A704C11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3F49047-BE58-4B1E-721C-A62BF96187BC}"/>
              </a:ext>
            </a:extLst>
          </p:cNvPr>
          <p:cNvSpPr>
            <a:spLocks noGrp="1"/>
          </p:cNvSpPr>
          <p:nvPr>
            <p:ph idx="1"/>
          </p:nvPr>
        </p:nvSpPr>
        <p:spPr>
          <a:xfrm>
            <a:off x="704087" y="1902402"/>
            <a:ext cx="6239599" cy="2733609"/>
          </a:xfrm>
        </p:spPr>
        <p:txBody>
          <a:bodyPr>
            <a:normAutofit fontScale="92500" lnSpcReduction="10000"/>
          </a:bodyPr>
          <a:lstStyle/>
          <a:p>
            <a:r>
              <a:rPr lang="en-IN" dirty="0">
                <a:latin typeface="Univers Condensed" panose="020B0506020202050204" pitchFamily="34" charset="0"/>
              </a:rPr>
              <a:t>Inside terminal  </a:t>
            </a:r>
          </a:p>
          <a:p>
            <a:r>
              <a:rPr lang="en-IN" sz="2200" b="1" dirty="0" err="1">
                <a:latin typeface="Consolas" panose="020B0609020204030204" pitchFamily="49" charset="0"/>
              </a:rPr>
              <a:t>npx</a:t>
            </a:r>
            <a:r>
              <a:rPr lang="en-IN" sz="2200" b="1" dirty="0">
                <a:latin typeface="Consolas" panose="020B0609020204030204" pitchFamily="49" charset="0"/>
              </a:rPr>
              <a:t> </a:t>
            </a:r>
            <a:r>
              <a:rPr lang="en-IN" sz="2200" b="1" dirty="0" err="1">
                <a:latin typeface="Consolas" panose="020B0609020204030204" pitchFamily="49" charset="0"/>
              </a:rPr>
              <a:t>create-next-app@latest</a:t>
            </a:r>
            <a:r>
              <a:rPr lang="en-IN" sz="2200" b="1" dirty="0">
                <a:latin typeface="Consolas" panose="020B0609020204030204" pitchFamily="49" charset="0"/>
              </a:rPr>
              <a:t> </a:t>
            </a:r>
            <a:r>
              <a:rPr lang="en-IN" sz="2200" b="1" dirty="0" err="1">
                <a:latin typeface="Consolas" panose="020B0609020204030204" pitchFamily="49" charset="0"/>
              </a:rPr>
              <a:t>tinylinkproject</a:t>
            </a:r>
            <a:endParaRPr lang="en-IN" b="1" dirty="0">
              <a:latin typeface="Consolas" panose="020B0609020204030204" pitchFamily="49" charset="0"/>
            </a:endParaRPr>
          </a:p>
          <a:p>
            <a:r>
              <a:rPr lang="en-IN" dirty="0">
                <a:latin typeface="Univers Condensed" panose="020B0506020202050204" pitchFamily="34" charset="0"/>
              </a:rPr>
              <a:t>Follow steps : use recommended defaults</a:t>
            </a:r>
          </a:p>
          <a:p>
            <a:r>
              <a:rPr lang="en-IN" dirty="0">
                <a:latin typeface="Univers Condensed" panose="020B0506020202050204" pitchFamily="34" charset="0"/>
              </a:rPr>
              <a:t>Shift to </a:t>
            </a:r>
            <a:r>
              <a:rPr lang="en-IN" dirty="0" err="1">
                <a:latin typeface="Univers Condensed" panose="020B0506020202050204" pitchFamily="34" charset="0"/>
              </a:rPr>
              <a:t>tinylinkproject</a:t>
            </a:r>
            <a:r>
              <a:rPr lang="en-IN" dirty="0">
                <a:latin typeface="Univers Condensed" panose="020B0506020202050204" pitchFamily="34" charset="0"/>
              </a:rPr>
              <a:t> folder </a:t>
            </a:r>
          </a:p>
          <a:p>
            <a:r>
              <a:rPr lang="en-IN" dirty="0">
                <a:latin typeface="Univers Condensed" panose="020B0506020202050204" pitchFamily="34" charset="0"/>
              </a:rPr>
              <a:t>Open a new vs code window from there (code .)</a:t>
            </a:r>
          </a:p>
          <a:p>
            <a:endParaRPr lang="en-IN" dirty="0">
              <a:latin typeface="Univers Condensed" panose="020B0506020202050204" pitchFamily="34" charset="0"/>
            </a:endParaRPr>
          </a:p>
        </p:txBody>
      </p:sp>
      <p:pic>
        <p:nvPicPr>
          <p:cNvPr id="4" name="Picture 3">
            <a:extLst>
              <a:ext uri="{FF2B5EF4-FFF2-40B4-BE49-F238E27FC236}">
                <a16:creationId xmlns:a16="http://schemas.microsoft.com/office/drawing/2014/main" id="{860E458B-749D-B5A8-C38F-EA0A71BD1265}"/>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1382589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B4A30-5F35-6112-5A12-7B2EAE3242E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C20440-6484-E9DE-5E63-E22B2E350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E452934-062F-3504-008A-1C00475DC01B}"/>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latin typeface="Univers Condensed" panose="020B0506020202050204" pitchFamily="34" charset="0"/>
              </a:rPr>
              <a:t>Installing </a:t>
            </a:r>
            <a:r>
              <a:rPr lang="en-IN" dirty="0" err="1">
                <a:latin typeface="Univers Condensed" panose="020B0506020202050204" pitchFamily="34" charset="0"/>
              </a:rPr>
              <a:t>shadcn</a:t>
            </a:r>
            <a:r>
              <a:rPr lang="en-IN" dirty="0">
                <a:latin typeface="Univers Condensed" panose="020B0506020202050204" pitchFamily="34" charset="0"/>
              </a:rPr>
              <a:t> UI</a:t>
            </a:r>
          </a:p>
        </p:txBody>
      </p:sp>
      <p:cxnSp>
        <p:nvCxnSpPr>
          <p:cNvPr id="11" name="Straight Connector 10">
            <a:extLst>
              <a:ext uri="{FF2B5EF4-FFF2-40B4-BE49-F238E27FC236}">
                <a16:creationId xmlns:a16="http://schemas.microsoft.com/office/drawing/2014/main" id="{0092D487-83F6-A528-FA43-8015872D1B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4F918D8-6F48-0AC5-F6AA-5CCA018E080E}"/>
              </a:ext>
            </a:extLst>
          </p:cNvPr>
          <p:cNvSpPr>
            <a:spLocks noGrp="1"/>
          </p:cNvSpPr>
          <p:nvPr>
            <p:ph idx="1"/>
          </p:nvPr>
        </p:nvSpPr>
        <p:spPr>
          <a:xfrm>
            <a:off x="704087" y="1902402"/>
            <a:ext cx="6239599" cy="2733609"/>
          </a:xfrm>
        </p:spPr>
        <p:txBody>
          <a:bodyPr>
            <a:normAutofit/>
          </a:bodyPr>
          <a:lstStyle/>
          <a:p>
            <a:r>
              <a:rPr lang="en-IN" dirty="0">
                <a:latin typeface="Univers Condensed" panose="020B0506020202050204" pitchFamily="34" charset="0"/>
              </a:rPr>
              <a:t>Go to ui.shadcn.com/docs/installation</a:t>
            </a:r>
          </a:p>
          <a:p>
            <a:r>
              <a:rPr lang="en-IN" dirty="0">
                <a:latin typeface="Univers Condensed" panose="020B0506020202050204" pitchFamily="34" charset="0"/>
              </a:rPr>
              <a:t>Select </a:t>
            </a:r>
          </a:p>
          <a:p>
            <a:r>
              <a:rPr lang="en-IN" dirty="0">
                <a:latin typeface="Univers Condensed" panose="020B0506020202050204" pitchFamily="34" charset="0"/>
              </a:rPr>
              <a:t>Under </a:t>
            </a:r>
            <a:r>
              <a:rPr lang="en-IN" dirty="0" err="1">
                <a:latin typeface="Univers Condensed" panose="020B0506020202050204" pitchFamily="34" charset="0"/>
              </a:rPr>
              <a:t>npm</a:t>
            </a:r>
            <a:r>
              <a:rPr lang="en-IN" dirty="0">
                <a:latin typeface="Univers Condensed" panose="020B0506020202050204" pitchFamily="34" charset="0"/>
              </a:rPr>
              <a:t> copy the command</a:t>
            </a:r>
          </a:p>
          <a:p>
            <a:pPr lvl="1"/>
            <a:r>
              <a:rPr lang="en-IN" dirty="0" err="1">
                <a:latin typeface="Consolas" panose="020B0609020204030204" pitchFamily="49" charset="0"/>
              </a:rPr>
              <a:t>npx</a:t>
            </a:r>
            <a:r>
              <a:rPr lang="en-IN" dirty="0">
                <a:latin typeface="Consolas" panose="020B0609020204030204" pitchFamily="49" charset="0"/>
              </a:rPr>
              <a:t> </a:t>
            </a:r>
            <a:r>
              <a:rPr lang="en-IN" dirty="0" err="1">
                <a:latin typeface="Consolas" panose="020B0609020204030204" pitchFamily="49" charset="0"/>
              </a:rPr>
              <a:t>shadcn@latest</a:t>
            </a:r>
            <a:r>
              <a:rPr lang="en-IN" dirty="0">
                <a:latin typeface="Consolas" panose="020B0609020204030204" pitchFamily="49" charset="0"/>
              </a:rPr>
              <a:t> </a:t>
            </a:r>
            <a:r>
              <a:rPr lang="en-IN" dirty="0" err="1">
                <a:latin typeface="Consolas" panose="020B0609020204030204" pitchFamily="49" charset="0"/>
              </a:rPr>
              <a:t>init</a:t>
            </a:r>
            <a:endParaRPr lang="en-IN" dirty="0">
              <a:latin typeface="Consolas" panose="020B0609020204030204" pitchFamily="49" charset="0"/>
            </a:endParaRPr>
          </a:p>
          <a:p>
            <a:endParaRPr lang="en-IN" dirty="0">
              <a:latin typeface="Univers Condensed" panose="020B0506020202050204" pitchFamily="34" charset="0"/>
            </a:endParaRPr>
          </a:p>
          <a:p>
            <a:endParaRPr lang="en-IN" dirty="0">
              <a:latin typeface="Univers Condensed" panose="020B0506020202050204" pitchFamily="34" charset="0"/>
            </a:endParaRPr>
          </a:p>
        </p:txBody>
      </p:sp>
      <p:pic>
        <p:nvPicPr>
          <p:cNvPr id="4" name="Picture 3">
            <a:extLst>
              <a:ext uri="{FF2B5EF4-FFF2-40B4-BE49-F238E27FC236}">
                <a16:creationId xmlns:a16="http://schemas.microsoft.com/office/drawing/2014/main" id="{3BB03D4F-D94B-7778-1649-37FC34665E5D}"/>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6" name="Picture 5">
            <a:extLst>
              <a:ext uri="{FF2B5EF4-FFF2-40B4-BE49-F238E27FC236}">
                <a16:creationId xmlns:a16="http://schemas.microsoft.com/office/drawing/2014/main" id="{989F9626-E691-6FEC-856B-2AD6837DA35A}"/>
              </a:ext>
            </a:extLst>
          </p:cNvPr>
          <p:cNvPicPr>
            <a:picLocks noChangeAspect="1"/>
          </p:cNvPicPr>
          <p:nvPr/>
        </p:nvPicPr>
        <p:blipFill>
          <a:blip r:embed="rId4">
            <a:clrChange>
              <a:clrFrom>
                <a:srgbClr val="FAFAFA"/>
              </a:clrFrom>
              <a:clrTo>
                <a:srgbClr val="FAFAFA">
                  <a:alpha val="0"/>
                </a:srgbClr>
              </a:clrTo>
            </a:clrChange>
          </a:blip>
          <a:stretch>
            <a:fillRect/>
          </a:stretch>
        </p:blipFill>
        <p:spPr>
          <a:xfrm>
            <a:off x="2001490" y="2347931"/>
            <a:ext cx="665510" cy="651042"/>
          </a:xfrm>
          <a:prstGeom prst="rect">
            <a:avLst/>
          </a:prstGeom>
        </p:spPr>
      </p:pic>
    </p:spTree>
    <p:extLst>
      <p:ext uri="{BB962C8B-B14F-4D97-AF65-F5344CB8AC3E}">
        <p14:creationId xmlns:p14="http://schemas.microsoft.com/office/powerpoint/2010/main" val="1205237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855E-7837-E53F-F322-30D34EE12C4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3D6124-501E-A6B8-631A-AFAE38ABD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D68B24-2CD7-670D-A624-EC4A6E20B01D}"/>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latin typeface="Univers Condensed" panose="020B0506020202050204" pitchFamily="34" charset="0"/>
              </a:rPr>
              <a:t>Setup clerk for </a:t>
            </a:r>
            <a:r>
              <a:rPr lang="en-IN" sz="3600" dirty="0">
                <a:latin typeface="Univers Condensed" panose="020B0506020202050204" pitchFamily="34" charset="0"/>
              </a:rPr>
              <a:t>authentication</a:t>
            </a:r>
          </a:p>
        </p:txBody>
      </p:sp>
      <p:cxnSp>
        <p:nvCxnSpPr>
          <p:cNvPr id="11" name="Straight Connector 10">
            <a:extLst>
              <a:ext uri="{FF2B5EF4-FFF2-40B4-BE49-F238E27FC236}">
                <a16:creationId xmlns:a16="http://schemas.microsoft.com/office/drawing/2014/main" id="{A0A9A706-E116-7A71-29A0-65B89158CC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21E4A03-355D-B8EF-32A1-BC497AFDEACD}"/>
              </a:ext>
            </a:extLst>
          </p:cNvPr>
          <p:cNvSpPr>
            <a:spLocks noGrp="1"/>
          </p:cNvSpPr>
          <p:nvPr>
            <p:ph idx="1"/>
          </p:nvPr>
        </p:nvSpPr>
        <p:spPr>
          <a:xfrm>
            <a:off x="704087" y="1902402"/>
            <a:ext cx="6746580" cy="3567065"/>
          </a:xfrm>
        </p:spPr>
        <p:txBody>
          <a:bodyPr>
            <a:normAutofit fontScale="77500" lnSpcReduction="20000"/>
          </a:bodyPr>
          <a:lstStyle/>
          <a:p>
            <a:r>
              <a:rPr lang="en-IN" dirty="0">
                <a:latin typeface="Univers Condensed" panose="020B0506020202050204" pitchFamily="34" charset="0"/>
              </a:rPr>
              <a:t>Go to clerk.com -&gt; dashboard</a:t>
            </a:r>
          </a:p>
          <a:p>
            <a:r>
              <a:rPr lang="en-IN" dirty="0">
                <a:latin typeface="Univers Condensed" panose="020B0506020202050204" pitchFamily="34" charset="0"/>
              </a:rPr>
              <a:t>Under free tier , create a new application</a:t>
            </a:r>
          </a:p>
          <a:p>
            <a:r>
              <a:rPr lang="en-IN" dirty="0">
                <a:latin typeface="Univers Condensed" panose="020B0506020202050204" pitchFamily="34" charset="0"/>
              </a:rPr>
              <a:t>Name the app as </a:t>
            </a:r>
            <a:r>
              <a:rPr lang="en-IN" dirty="0" err="1">
                <a:latin typeface="Univers Condensed" panose="020B0506020202050204" pitchFamily="34" charset="0"/>
              </a:rPr>
              <a:t>tinylink</a:t>
            </a:r>
            <a:endParaRPr lang="en-IN" dirty="0">
              <a:latin typeface="Univers Condensed" panose="020B0506020202050204" pitchFamily="34" charset="0"/>
            </a:endParaRPr>
          </a:p>
          <a:p>
            <a:r>
              <a:rPr lang="en-IN" dirty="0">
                <a:latin typeface="Univers Condensed" panose="020B0506020202050204" pitchFamily="34" charset="0"/>
              </a:rPr>
              <a:t>Select only email as sign in option</a:t>
            </a:r>
          </a:p>
          <a:p>
            <a:r>
              <a:rPr lang="en-IN" dirty="0">
                <a:latin typeface="Univers Condensed" panose="020B0506020202050204" pitchFamily="34" charset="0"/>
              </a:rPr>
              <a:t>Copy the code from copy prompt button</a:t>
            </a:r>
            <a:endParaRPr lang="en-IN" sz="2000" dirty="0">
              <a:latin typeface="Consolas" panose="020B0609020204030204" pitchFamily="49" charset="0"/>
            </a:endParaRPr>
          </a:p>
          <a:p>
            <a:pPr marL="0" indent="0">
              <a:buNone/>
            </a:pPr>
            <a:r>
              <a:rPr lang="en-IN" sz="2000" dirty="0">
                <a:latin typeface="Consolas" panose="020B0609020204030204" pitchFamily="49" charset="0"/>
              </a:rPr>
              <a:t>  </a:t>
            </a:r>
            <a:r>
              <a:rPr lang="en-IN" dirty="0">
                <a:latin typeface="Univers Condensed" panose="020B0506020202050204" pitchFamily="34" charset="0"/>
              </a:rPr>
              <a:t>and paste it inside chat window as Agent   </a:t>
            </a:r>
          </a:p>
          <a:p>
            <a:pPr marL="0" indent="0">
              <a:buNone/>
            </a:pPr>
            <a:r>
              <a:rPr lang="en-IN" dirty="0">
                <a:latin typeface="Univers Condensed" panose="020B0506020202050204" pitchFamily="34" charset="0"/>
              </a:rPr>
              <a:t>    mode</a:t>
            </a:r>
          </a:p>
          <a:p>
            <a:r>
              <a:rPr lang="en-IN" dirty="0">
                <a:latin typeface="Univers Condensed" panose="020B0506020202050204" pitchFamily="34" charset="0"/>
              </a:rPr>
              <a:t>Rename files</a:t>
            </a:r>
          </a:p>
          <a:p>
            <a:pPr lvl="1"/>
            <a:r>
              <a:rPr lang="en-IN" dirty="0">
                <a:latin typeface="Univers Condensed" panose="020B0506020202050204" pitchFamily="34" charset="0"/>
              </a:rPr>
              <a:t>Middleware – proxy</a:t>
            </a:r>
          </a:p>
          <a:p>
            <a:pPr lvl="1"/>
            <a:r>
              <a:rPr lang="en-IN" dirty="0">
                <a:latin typeface="Univers Condensed" panose="020B0506020202050204" pitchFamily="34" charset="0"/>
              </a:rPr>
              <a:t>.</a:t>
            </a:r>
            <a:r>
              <a:rPr lang="en-IN" dirty="0" err="1">
                <a:latin typeface="Univers Condensed" panose="020B0506020202050204" pitchFamily="34" charset="0"/>
              </a:rPr>
              <a:t>env.local</a:t>
            </a:r>
            <a:r>
              <a:rPr lang="en-IN" dirty="0">
                <a:latin typeface="Univers Condensed" panose="020B0506020202050204" pitchFamily="34" charset="0"/>
              </a:rPr>
              <a:t> – .env</a:t>
            </a:r>
          </a:p>
        </p:txBody>
      </p:sp>
      <p:pic>
        <p:nvPicPr>
          <p:cNvPr id="4" name="Picture 3">
            <a:extLst>
              <a:ext uri="{FF2B5EF4-FFF2-40B4-BE49-F238E27FC236}">
                <a16:creationId xmlns:a16="http://schemas.microsoft.com/office/drawing/2014/main" id="{92C3A58B-FFBD-7969-2A8C-7293CB87629F}"/>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1939132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07026-C9D5-6A21-9749-A4904EAE952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B1F7208-78E7-8F4C-0668-7D7B5E1A4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EC4C60-22A0-1380-BC49-1E7B172E981D}"/>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latin typeface="Univers Condensed" panose="020B0506020202050204" pitchFamily="34" charset="0"/>
              </a:rPr>
              <a:t>Setup database on neon</a:t>
            </a:r>
            <a:endParaRPr lang="en-IN" sz="3600" dirty="0">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6C9B2A62-D01A-E848-10E1-10226DF713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457584C-17B6-BD98-C621-57369735C2A0}"/>
              </a:ext>
            </a:extLst>
          </p:cNvPr>
          <p:cNvSpPr>
            <a:spLocks noGrp="1"/>
          </p:cNvSpPr>
          <p:nvPr>
            <p:ph idx="1"/>
          </p:nvPr>
        </p:nvSpPr>
        <p:spPr>
          <a:xfrm>
            <a:off x="704087" y="1902402"/>
            <a:ext cx="6746580" cy="3567065"/>
          </a:xfrm>
        </p:spPr>
        <p:txBody>
          <a:bodyPr>
            <a:normAutofit/>
          </a:bodyPr>
          <a:lstStyle/>
          <a:p>
            <a:r>
              <a:rPr lang="en-IN" dirty="0">
                <a:latin typeface="Univers Condensed" panose="020B0506020202050204" pitchFamily="34" charset="0"/>
              </a:rPr>
              <a:t>Go to neon.com</a:t>
            </a:r>
          </a:p>
          <a:p>
            <a:r>
              <a:rPr lang="en-IN" dirty="0">
                <a:latin typeface="Univers Condensed" panose="020B0506020202050204" pitchFamily="34" charset="0"/>
              </a:rPr>
              <a:t>Create a new project</a:t>
            </a:r>
          </a:p>
          <a:p>
            <a:r>
              <a:rPr lang="en-IN" dirty="0">
                <a:latin typeface="Univers Condensed" panose="020B0506020202050204" pitchFamily="34" charset="0"/>
              </a:rPr>
              <a:t>Select </a:t>
            </a:r>
            <a:r>
              <a:rPr lang="en-IN" dirty="0" err="1">
                <a:latin typeface="Univers Condensed" panose="020B0506020202050204" pitchFamily="34" charset="0"/>
              </a:rPr>
              <a:t>aws</a:t>
            </a:r>
            <a:r>
              <a:rPr lang="en-IN" dirty="0">
                <a:latin typeface="Univers Condensed" panose="020B0506020202050204" pitchFamily="34" charset="0"/>
              </a:rPr>
              <a:t> with latest version</a:t>
            </a:r>
          </a:p>
        </p:txBody>
      </p:sp>
      <p:pic>
        <p:nvPicPr>
          <p:cNvPr id="4" name="Picture 3">
            <a:extLst>
              <a:ext uri="{FF2B5EF4-FFF2-40B4-BE49-F238E27FC236}">
                <a16:creationId xmlns:a16="http://schemas.microsoft.com/office/drawing/2014/main" id="{1AA35FE3-CA5E-053C-F0A1-AABB2314C21E}"/>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4152181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48AA9-B920-1B25-F133-336675AD06C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35BF97-3FF3-695F-B7CB-6B18B6805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715776-365E-49AD-0014-D00592F607E9}"/>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latin typeface="Univers Condensed" panose="020B0506020202050204" pitchFamily="34" charset="0"/>
              </a:rPr>
              <a:t>Setup and install </a:t>
            </a:r>
            <a:r>
              <a:rPr lang="en-IN" sz="3600" dirty="0">
                <a:latin typeface="Univers Condensed" panose="020B0506020202050204" pitchFamily="34" charset="0"/>
              </a:rPr>
              <a:t>drizzle.com</a:t>
            </a:r>
          </a:p>
        </p:txBody>
      </p:sp>
      <p:cxnSp>
        <p:nvCxnSpPr>
          <p:cNvPr id="11" name="Straight Connector 10">
            <a:extLst>
              <a:ext uri="{FF2B5EF4-FFF2-40B4-BE49-F238E27FC236}">
                <a16:creationId xmlns:a16="http://schemas.microsoft.com/office/drawing/2014/main" id="{F5727B57-0008-626B-E562-38CBA50123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7793E6B-C5A7-6A2D-2571-2C07457B400D}"/>
              </a:ext>
            </a:extLst>
          </p:cNvPr>
          <p:cNvSpPr>
            <a:spLocks noGrp="1"/>
          </p:cNvSpPr>
          <p:nvPr>
            <p:ph idx="1"/>
          </p:nvPr>
        </p:nvSpPr>
        <p:spPr>
          <a:xfrm>
            <a:off x="704086" y="1902402"/>
            <a:ext cx="6879337" cy="3186065"/>
          </a:xfrm>
        </p:spPr>
        <p:txBody>
          <a:bodyPr>
            <a:normAutofit fontScale="77500" lnSpcReduction="20000"/>
          </a:bodyPr>
          <a:lstStyle/>
          <a:p>
            <a:r>
              <a:rPr lang="en-IN" dirty="0">
                <a:latin typeface="Univers Condensed" panose="020B0506020202050204" pitchFamily="34" charset="0"/>
              </a:rPr>
              <a:t>Go to </a:t>
            </a:r>
            <a:r>
              <a:rPr lang="en-IN" dirty="0" err="1">
                <a:latin typeface="Univers Condensed" panose="020B0506020202050204" pitchFamily="34" charset="0"/>
              </a:rPr>
              <a:t>orm.drizzle.team</a:t>
            </a:r>
            <a:endParaRPr lang="en-IN" dirty="0">
              <a:latin typeface="Univers Condensed" panose="020B0506020202050204" pitchFamily="34" charset="0"/>
            </a:endParaRPr>
          </a:p>
          <a:p>
            <a:r>
              <a:rPr lang="sv-SE" dirty="0"/>
              <a:t>npm i drizzle-orm @neondatabase/serverless dotenv</a:t>
            </a:r>
          </a:p>
          <a:p>
            <a:r>
              <a:rPr lang="en-IN" dirty="0">
                <a:latin typeface="Univers Condensed" panose="020B0506020202050204" pitchFamily="34" charset="0"/>
              </a:rPr>
              <a:t>Run these commands</a:t>
            </a:r>
          </a:p>
          <a:p>
            <a:pPr lvl="1"/>
            <a:r>
              <a:rPr lang="en-IN" dirty="0" err="1">
                <a:latin typeface="Univers Condensed" panose="020B0506020202050204" pitchFamily="34" charset="0"/>
              </a:rPr>
              <a:t>npm</a:t>
            </a:r>
            <a:r>
              <a:rPr lang="en-IN" dirty="0">
                <a:latin typeface="Univers Condensed" panose="020B0506020202050204" pitchFamily="34" charset="0"/>
              </a:rPr>
              <a:t> </a:t>
            </a:r>
            <a:r>
              <a:rPr lang="en-IN" dirty="0" err="1">
                <a:latin typeface="Univers Condensed" panose="020B0506020202050204" pitchFamily="34" charset="0"/>
              </a:rPr>
              <a:t>i</a:t>
            </a:r>
            <a:r>
              <a:rPr lang="en-IN" dirty="0">
                <a:latin typeface="Univers Condensed" panose="020B0506020202050204" pitchFamily="34" charset="0"/>
              </a:rPr>
              <a:t> drizzle-</a:t>
            </a:r>
            <a:r>
              <a:rPr lang="en-IN" dirty="0" err="1">
                <a:latin typeface="Univers Condensed" panose="020B0506020202050204" pitchFamily="34" charset="0"/>
              </a:rPr>
              <a:t>orm</a:t>
            </a:r>
            <a:r>
              <a:rPr lang="en-IN" dirty="0">
                <a:latin typeface="Univers Condensed" panose="020B0506020202050204" pitchFamily="34" charset="0"/>
              </a:rPr>
              <a:t> @neondatabase/serverless </a:t>
            </a:r>
            <a:r>
              <a:rPr lang="en-IN" dirty="0" err="1">
                <a:latin typeface="Univers Condensed" panose="020B0506020202050204" pitchFamily="34" charset="0"/>
              </a:rPr>
              <a:t>dotenv</a:t>
            </a:r>
            <a:endParaRPr lang="en-IN" dirty="0">
              <a:latin typeface="Univers Condensed" panose="020B0506020202050204" pitchFamily="34" charset="0"/>
            </a:endParaRPr>
          </a:p>
          <a:p>
            <a:pPr lvl="1"/>
            <a:r>
              <a:rPr lang="en-IN" dirty="0" err="1">
                <a:latin typeface="Univers Condensed" panose="020B0506020202050204" pitchFamily="34" charset="0"/>
              </a:rPr>
              <a:t>npm</a:t>
            </a:r>
            <a:r>
              <a:rPr lang="en-IN" dirty="0">
                <a:latin typeface="Univers Condensed" panose="020B0506020202050204" pitchFamily="34" charset="0"/>
              </a:rPr>
              <a:t> </a:t>
            </a:r>
            <a:r>
              <a:rPr lang="en-IN" dirty="0" err="1">
                <a:latin typeface="Univers Condensed" panose="020B0506020202050204" pitchFamily="34" charset="0"/>
              </a:rPr>
              <a:t>i</a:t>
            </a:r>
            <a:r>
              <a:rPr lang="en-IN" dirty="0">
                <a:latin typeface="Univers Condensed" panose="020B0506020202050204" pitchFamily="34" charset="0"/>
              </a:rPr>
              <a:t> -D drizzle-kit </a:t>
            </a:r>
            <a:r>
              <a:rPr lang="en-IN" dirty="0" err="1">
                <a:latin typeface="Univers Condensed" panose="020B0506020202050204" pitchFamily="34" charset="0"/>
              </a:rPr>
              <a:t>tsx</a:t>
            </a:r>
            <a:endParaRPr lang="en-IN" dirty="0">
              <a:latin typeface="Univers Condensed" panose="020B0506020202050204" pitchFamily="34" charset="0"/>
            </a:endParaRPr>
          </a:p>
          <a:p>
            <a:r>
              <a:rPr lang="en-IN" dirty="0">
                <a:latin typeface="Univers Condensed" panose="020B0506020202050204" pitchFamily="34" charset="0"/>
              </a:rPr>
              <a:t>Add this to .env file 	</a:t>
            </a:r>
          </a:p>
          <a:p>
            <a:r>
              <a:rPr lang="en-IN" dirty="0">
                <a:latin typeface="Univers Condensed" panose="020B0506020202050204" pitchFamily="34" charset="0"/>
              </a:rPr>
              <a:t>Go to neon site , click on connect and copy connection string and add after above DATABASE_URL=</a:t>
            </a:r>
          </a:p>
          <a:p>
            <a:r>
              <a:rPr lang="en-IN" dirty="0">
                <a:latin typeface="Univers Condensed" panose="020B0506020202050204" pitchFamily="34" charset="0"/>
              </a:rPr>
              <a:t>Bring </a:t>
            </a:r>
            <a:r>
              <a:rPr lang="en-IN" dirty="0" err="1">
                <a:latin typeface="Univers Condensed" panose="020B0506020202050204" pitchFamily="34" charset="0"/>
              </a:rPr>
              <a:t>api</a:t>
            </a:r>
            <a:r>
              <a:rPr lang="en-IN" dirty="0">
                <a:latin typeface="Univers Condensed" panose="020B0506020202050204" pitchFamily="34" charset="0"/>
              </a:rPr>
              <a:t> keys from clerk.com and paste inside .env file</a:t>
            </a:r>
          </a:p>
        </p:txBody>
      </p:sp>
      <p:pic>
        <p:nvPicPr>
          <p:cNvPr id="4" name="Picture 3">
            <a:extLst>
              <a:ext uri="{FF2B5EF4-FFF2-40B4-BE49-F238E27FC236}">
                <a16:creationId xmlns:a16="http://schemas.microsoft.com/office/drawing/2014/main" id="{8986673D-DB83-934B-44B2-8C4015EEF442}"/>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2225801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2400C-78CF-F7BF-6FBE-013016F470F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4B54ADE-32D5-DFCE-37D9-BB547D34E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ED90FD-1423-EABB-6B63-21BBDAD961EC}"/>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sz="3600" dirty="0">
                <a:latin typeface="Univers Condensed" panose="020B0506020202050204" pitchFamily="34" charset="0"/>
              </a:rPr>
              <a:t>Create schema</a:t>
            </a:r>
          </a:p>
        </p:txBody>
      </p:sp>
      <p:cxnSp>
        <p:nvCxnSpPr>
          <p:cNvPr id="11" name="Straight Connector 10">
            <a:extLst>
              <a:ext uri="{FF2B5EF4-FFF2-40B4-BE49-F238E27FC236}">
                <a16:creationId xmlns:a16="http://schemas.microsoft.com/office/drawing/2014/main" id="{F97ED136-90D2-2346-8154-81E2630295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371B88B-4FE4-871F-8308-7B1A8ED7E706}"/>
              </a:ext>
            </a:extLst>
          </p:cNvPr>
          <p:cNvSpPr>
            <a:spLocks noGrp="1"/>
          </p:cNvSpPr>
          <p:nvPr>
            <p:ph idx="1"/>
          </p:nvPr>
        </p:nvSpPr>
        <p:spPr>
          <a:xfrm>
            <a:off x="704086" y="1902402"/>
            <a:ext cx="6879337" cy="3677131"/>
          </a:xfrm>
        </p:spPr>
        <p:txBody>
          <a:bodyPr>
            <a:normAutofit/>
          </a:bodyPr>
          <a:lstStyle/>
          <a:p>
            <a:r>
              <a:rPr lang="en-IN" sz="2600" dirty="0">
                <a:latin typeface="Univers Condensed" panose="020B0506020202050204" pitchFamily="34" charset="0"/>
              </a:rPr>
              <a:t>In the root folder create a new directory called </a:t>
            </a:r>
            <a:r>
              <a:rPr lang="en-IN" sz="2600" dirty="0" err="1">
                <a:latin typeface="Univers Condensed" panose="020B0506020202050204" pitchFamily="34" charset="0"/>
              </a:rPr>
              <a:t>db</a:t>
            </a:r>
            <a:endParaRPr lang="en-IN" sz="2600" dirty="0">
              <a:latin typeface="Univers Condensed" panose="020B0506020202050204" pitchFamily="34" charset="0"/>
            </a:endParaRPr>
          </a:p>
          <a:p>
            <a:r>
              <a:rPr lang="en-IN" dirty="0">
                <a:latin typeface="Univers Condensed" panose="020B0506020202050204" pitchFamily="34" charset="0"/>
              </a:rPr>
              <a:t>Inside that folder create a new file </a:t>
            </a:r>
            <a:r>
              <a:rPr lang="en-IN" dirty="0" err="1">
                <a:latin typeface="Univers Condensed" panose="020B0506020202050204" pitchFamily="34" charset="0"/>
              </a:rPr>
              <a:t>index.ts</a:t>
            </a:r>
            <a:endParaRPr lang="en-IN" dirty="0">
              <a:latin typeface="Univers Condensed" panose="020B0506020202050204" pitchFamily="34" charset="0"/>
            </a:endParaRPr>
          </a:p>
          <a:p>
            <a:r>
              <a:rPr lang="en-IN" dirty="0">
                <a:latin typeface="Univers Condensed" panose="020B0506020202050204" pitchFamily="34" charset="0"/>
              </a:rPr>
              <a:t>Copy the code from drizzle </a:t>
            </a:r>
            <a:r>
              <a:rPr lang="en-IN" dirty="0" err="1">
                <a:latin typeface="Univers Condensed" panose="020B0506020202050204" pitchFamily="34" charset="0"/>
              </a:rPr>
              <a:t>orm</a:t>
            </a:r>
            <a:r>
              <a:rPr lang="en-IN" dirty="0">
                <a:latin typeface="Univers Condensed" panose="020B0506020202050204" pitchFamily="34" charset="0"/>
              </a:rPr>
              <a:t> step 3 and paste inside </a:t>
            </a:r>
            <a:r>
              <a:rPr lang="en-IN" dirty="0" err="1">
                <a:latin typeface="Univers Condensed" panose="020B0506020202050204" pitchFamily="34" charset="0"/>
              </a:rPr>
              <a:t>index.ts</a:t>
            </a:r>
            <a:endParaRPr lang="en-IN" dirty="0">
              <a:latin typeface="Univers Condensed" panose="020B0506020202050204" pitchFamily="34" charset="0"/>
            </a:endParaRPr>
          </a:p>
          <a:p>
            <a:r>
              <a:rPr lang="en-IN" dirty="0">
                <a:latin typeface="Univers Condensed" panose="020B0506020202050204" pitchFamily="34" charset="0"/>
              </a:rPr>
              <a:t>In </a:t>
            </a:r>
            <a:r>
              <a:rPr lang="en-IN" dirty="0" err="1">
                <a:latin typeface="Univers Condensed" panose="020B0506020202050204" pitchFamily="34" charset="0"/>
              </a:rPr>
              <a:t>const</a:t>
            </a:r>
            <a:r>
              <a:rPr lang="en-IN" dirty="0">
                <a:latin typeface="Univers Condensed" panose="020B0506020202050204" pitchFamily="34" charset="0"/>
              </a:rPr>
              <a:t> </a:t>
            </a:r>
            <a:r>
              <a:rPr lang="en-IN" dirty="0" err="1">
                <a:latin typeface="Univers Condensed" panose="020B0506020202050204" pitchFamily="34" charset="0"/>
              </a:rPr>
              <a:t>db</a:t>
            </a:r>
            <a:r>
              <a:rPr lang="en-IN" dirty="0">
                <a:latin typeface="Univers Condensed" panose="020B0506020202050204" pitchFamily="34" charset="0"/>
              </a:rPr>
              <a:t> line add “!” After </a:t>
            </a:r>
            <a:r>
              <a:rPr lang="en-IN" dirty="0" err="1">
                <a:latin typeface="Univers Condensed" panose="020B0506020202050204" pitchFamily="34" charset="0"/>
              </a:rPr>
              <a:t>dabase</a:t>
            </a:r>
            <a:r>
              <a:rPr lang="en-IN" dirty="0">
                <a:latin typeface="Univers Condensed" panose="020B0506020202050204" pitchFamily="34" charset="0"/>
              </a:rPr>
              <a:t> </a:t>
            </a:r>
            <a:r>
              <a:rPr lang="en-IN" dirty="0" err="1">
                <a:latin typeface="Univers Condensed" panose="020B0506020202050204" pitchFamily="34" charset="0"/>
              </a:rPr>
              <a:t>url</a:t>
            </a:r>
            <a:endParaRPr lang="en-IN" dirty="0">
              <a:latin typeface="Univers Condensed" panose="020B0506020202050204" pitchFamily="34" charset="0"/>
            </a:endParaRPr>
          </a:p>
          <a:p>
            <a:r>
              <a:rPr lang="en-IN" dirty="0">
                <a:latin typeface="Univers Condensed" panose="020B0506020202050204" pitchFamily="34" charset="0"/>
              </a:rPr>
              <a:t>And finish that code with export {</a:t>
            </a:r>
            <a:r>
              <a:rPr lang="en-IN" dirty="0" err="1">
                <a:latin typeface="Univers Condensed" panose="020B0506020202050204" pitchFamily="34" charset="0"/>
              </a:rPr>
              <a:t>db</a:t>
            </a:r>
            <a:r>
              <a:rPr lang="en-IN" dirty="0">
                <a:latin typeface="Univers Condensed" panose="020B0506020202050204" pitchFamily="34" charset="0"/>
              </a:rPr>
              <a:t>};</a:t>
            </a:r>
          </a:p>
        </p:txBody>
      </p:sp>
      <p:pic>
        <p:nvPicPr>
          <p:cNvPr id="4" name="Picture 3">
            <a:extLst>
              <a:ext uri="{FF2B5EF4-FFF2-40B4-BE49-F238E27FC236}">
                <a16:creationId xmlns:a16="http://schemas.microsoft.com/office/drawing/2014/main" id="{C7287624-1EA4-D2F6-4990-942F0E13DFDF}"/>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3871625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D8B2E-89D6-D2A1-1B09-03AB88D5BE7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F63C4A-0470-8367-E7FE-F9528DA82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29011E-8637-AAA4-4FA0-48DD254882F6}"/>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sz="3600" dirty="0">
                <a:latin typeface="Univers Condensed" panose="020B0506020202050204" pitchFamily="34" charset="0"/>
              </a:rPr>
              <a:t>Create schema(contd..)</a:t>
            </a:r>
          </a:p>
        </p:txBody>
      </p:sp>
      <p:cxnSp>
        <p:nvCxnSpPr>
          <p:cNvPr id="11" name="Straight Connector 10">
            <a:extLst>
              <a:ext uri="{FF2B5EF4-FFF2-40B4-BE49-F238E27FC236}">
                <a16:creationId xmlns:a16="http://schemas.microsoft.com/office/drawing/2014/main" id="{9DCC253D-B5F3-9B7A-A374-DEEC82F7D1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B6F174-8E3D-8D5A-8BF5-0E1520F53D44}"/>
              </a:ext>
            </a:extLst>
          </p:cNvPr>
          <p:cNvSpPr>
            <a:spLocks noGrp="1"/>
          </p:cNvSpPr>
          <p:nvPr>
            <p:ph idx="1"/>
          </p:nvPr>
        </p:nvSpPr>
        <p:spPr>
          <a:xfrm>
            <a:off x="704086" y="1902402"/>
            <a:ext cx="6879337" cy="3677131"/>
          </a:xfrm>
        </p:spPr>
        <p:txBody>
          <a:bodyPr>
            <a:normAutofit/>
          </a:bodyPr>
          <a:lstStyle/>
          <a:p>
            <a:r>
              <a:rPr lang="en-IN" sz="2400" dirty="0">
                <a:latin typeface="Univers Condensed" panose="020B0506020202050204" pitchFamily="34" charset="0"/>
              </a:rPr>
              <a:t>Step 4 , we want it to be done by GitHub copilot</a:t>
            </a:r>
          </a:p>
          <a:p>
            <a:r>
              <a:rPr lang="en-IN" sz="2400" dirty="0">
                <a:latin typeface="Univers Condensed" panose="020B0506020202050204" pitchFamily="34" charset="0"/>
              </a:rPr>
              <a:t>Create a file in root directory “</a:t>
            </a:r>
            <a:r>
              <a:rPr lang="en-IN" sz="2400" dirty="0" err="1">
                <a:latin typeface="Univers Condensed" panose="020B0506020202050204" pitchFamily="34" charset="0"/>
              </a:rPr>
              <a:t>drizzle.config</a:t>
            </a:r>
            <a:r>
              <a:rPr lang="en-IN" sz="2400" dirty="0">
                <a:latin typeface="Univers Condensed" panose="020B0506020202050204" pitchFamily="34" charset="0"/>
              </a:rPr>
              <a:t>” and inside that add step 5 code from </a:t>
            </a:r>
            <a:r>
              <a:rPr lang="en-IN" sz="2400" dirty="0" err="1">
                <a:latin typeface="Univers Condensed" panose="020B0506020202050204" pitchFamily="34" charset="0"/>
              </a:rPr>
              <a:t>drizzle.orm</a:t>
            </a:r>
            <a:r>
              <a:rPr lang="en-IN" sz="2400" dirty="0">
                <a:latin typeface="Univers Condensed" panose="020B0506020202050204" pitchFamily="34" charset="0"/>
              </a:rPr>
              <a:t> </a:t>
            </a:r>
          </a:p>
          <a:p>
            <a:r>
              <a:rPr lang="en-IN" sz="2400" dirty="0">
                <a:latin typeface="Univers Condensed" panose="020B0506020202050204" pitchFamily="34" charset="0"/>
              </a:rPr>
              <a:t>Remove </a:t>
            </a:r>
            <a:r>
              <a:rPr lang="en-IN" sz="2400" dirty="0" err="1">
                <a:latin typeface="Univers Condensed" panose="020B0506020202050204" pitchFamily="34" charset="0"/>
              </a:rPr>
              <a:t>src</a:t>
            </a:r>
            <a:r>
              <a:rPr lang="en-IN" sz="2400" dirty="0">
                <a:latin typeface="Univers Condensed" panose="020B0506020202050204" pitchFamily="34" charset="0"/>
              </a:rPr>
              <a:t> from the link as there is not </a:t>
            </a:r>
            <a:r>
              <a:rPr lang="en-IN" sz="2400" dirty="0" err="1">
                <a:latin typeface="Univers Condensed" panose="020B0506020202050204" pitchFamily="34" charset="0"/>
              </a:rPr>
              <a:t>src</a:t>
            </a:r>
            <a:r>
              <a:rPr lang="en-IN" sz="2400" dirty="0">
                <a:latin typeface="Univers Condensed" panose="020B0506020202050204" pitchFamily="34" charset="0"/>
              </a:rPr>
              <a:t> folder in our project</a:t>
            </a:r>
          </a:p>
          <a:p>
            <a:r>
              <a:rPr lang="en-IN" sz="2400" dirty="0">
                <a:latin typeface="Univers Condensed" panose="020B0506020202050204" pitchFamily="34" charset="0"/>
              </a:rPr>
              <a:t>Inside </a:t>
            </a:r>
            <a:r>
              <a:rPr lang="en-IN" sz="2400" dirty="0" err="1">
                <a:latin typeface="Univers Condensed" panose="020B0506020202050204" pitchFamily="34" charset="0"/>
              </a:rPr>
              <a:t>db</a:t>
            </a:r>
            <a:r>
              <a:rPr lang="en-IN" sz="2400" dirty="0">
                <a:latin typeface="Univers Condensed" panose="020B0506020202050204" pitchFamily="34" charset="0"/>
              </a:rPr>
              <a:t> folder add a new file </a:t>
            </a:r>
            <a:r>
              <a:rPr lang="en-IN" sz="2400" dirty="0" err="1">
                <a:latin typeface="Univers Condensed" panose="020B0506020202050204" pitchFamily="34" charset="0"/>
              </a:rPr>
              <a:t>schema.ts</a:t>
            </a:r>
            <a:endParaRPr lang="en-IN" sz="2400" dirty="0">
              <a:latin typeface="Univers Condensed" panose="020B0506020202050204" pitchFamily="34" charset="0"/>
            </a:endParaRPr>
          </a:p>
          <a:p>
            <a:r>
              <a:rPr lang="en-IN" sz="2400" dirty="0">
                <a:latin typeface="Univers Condensed" panose="020B0506020202050204" pitchFamily="34" charset="0"/>
              </a:rPr>
              <a:t>Save all files and run </a:t>
            </a:r>
            <a:r>
              <a:rPr lang="en-IN" sz="2400" dirty="0" err="1">
                <a:latin typeface="Consolas" panose="020B0609020204030204" pitchFamily="49" charset="0"/>
              </a:rPr>
              <a:t>npm</a:t>
            </a:r>
            <a:r>
              <a:rPr lang="en-IN" sz="2400" dirty="0">
                <a:latin typeface="Consolas" panose="020B0609020204030204" pitchFamily="49" charset="0"/>
              </a:rPr>
              <a:t> run dev</a:t>
            </a:r>
          </a:p>
        </p:txBody>
      </p:sp>
      <p:pic>
        <p:nvPicPr>
          <p:cNvPr id="4" name="Picture 3">
            <a:extLst>
              <a:ext uri="{FF2B5EF4-FFF2-40B4-BE49-F238E27FC236}">
                <a16:creationId xmlns:a16="http://schemas.microsoft.com/office/drawing/2014/main" id="{06101031-47C4-0000-D7E8-63D58AEFDF70}"/>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109465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153FB-BB3B-7272-8918-F8E5B4A2717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BD0ED6D-909A-1100-1D05-FAB6EE0139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17E69B1D-5E19-8D8A-208D-46190F0AA18E}"/>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1A62CEDE-23A4-721B-AC62-246504ACD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FB2C14D2-91AA-1214-3D33-B43A9013110A}"/>
              </a:ext>
            </a:extLst>
          </p:cNvPr>
          <p:cNvSpPr>
            <a:spLocks noGrp="1"/>
          </p:cNvSpPr>
          <p:nvPr>
            <p:ph type="ctrTitle"/>
          </p:nvPr>
        </p:nvSpPr>
        <p:spPr>
          <a:xfrm>
            <a:off x="313786" y="908651"/>
            <a:ext cx="5497734" cy="4005454"/>
          </a:xfrm>
        </p:spPr>
        <p:txBody>
          <a:bodyPr anchor="t">
            <a:normAutofit/>
          </a:bodyPr>
          <a:lstStyle/>
          <a:p>
            <a:pPr algn="l"/>
            <a:r>
              <a:rPr lang="en-IN" sz="6800" dirty="0">
                <a:solidFill>
                  <a:sysClr val="windowText" lastClr="000000"/>
                </a:solidFill>
                <a:latin typeface="Akira Expanded" panose="02000800000000000000" pitchFamily="50" charset="0"/>
              </a:rPr>
              <a:t>Custom</a:t>
            </a:r>
            <a:br>
              <a:rPr lang="en-IN" sz="6800" dirty="0">
                <a:solidFill>
                  <a:sysClr val="windowText" lastClr="000000"/>
                </a:solidFill>
                <a:latin typeface="Akira Expanded" panose="02000800000000000000" pitchFamily="50" charset="0"/>
              </a:rPr>
            </a:br>
            <a:r>
              <a:rPr lang="en-IN" sz="6800" dirty="0">
                <a:solidFill>
                  <a:sysClr val="windowText" lastClr="000000"/>
                </a:solidFill>
                <a:latin typeface="Akira Expanded" panose="02000800000000000000" pitchFamily="50" charset="0"/>
              </a:rPr>
              <a:t>agents</a:t>
            </a:r>
            <a:br>
              <a:rPr lang="en-IN" sz="6800" dirty="0">
                <a:solidFill>
                  <a:sysClr val="windowText" lastClr="000000"/>
                </a:solidFill>
                <a:latin typeface="Akira Expanded" panose="02000800000000000000" pitchFamily="50" charset="0"/>
              </a:rPr>
            </a:br>
            <a:endParaRPr lang="en-IN" sz="6800" dirty="0">
              <a:solidFill>
                <a:sysClr val="windowText" lastClr="000000"/>
              </a:solidFill>
              <a:latin typeface="Akira Expanded" panose="02000800000000000000" pitchFamily="50" charset="0"/>
            </a:endParaRPr>
          </a:p>
        </p:txBody>
      </p:sp>
      <p:sp>
        <p:nvSpPr>
          <p:cNvPr id="3" name="Subtitle 2">
            <a:extLst>
              <a:ext uri="{FF2B5EF4-FFF2-40B4-BE49-F238E27FC236}">
                <a16:creationId xmlns:a16="http://schemas.microsoft.com/office/drawing/2014/main" id="{EE0A0008-A1EA-F8ED-0212-D8FA8214154F}"/>
              </a:ext>
            </a:extLst>
          </p:cNvPr>
          <p:cNvSpPr>
            <a:spLocks noGrp="1"/>
          </p:cNvSpPr>
          <p:nvPr>
            <p:ph type="subTitle" idx="1"/>
          </p:nvPr>
        </p:nvSpPr>
        <p:spPr>
          <a:xfrm>
            <a:off x="313786" y="5050632"/>
            <a:ext cx="4695094" cy="898717"/>
          </a:xfrm>
          <a:solidFill>
            <a:srgbClr val="00B0F0"/>
          </a:solidFill>
        </p:spPr>
        <p:txBody>
          <a:bodyPr anchor="t">
            <a:normAutofit/>
          </a:bodyPr>
          <a:lstStyle/>
          <a:p>
            <a:pPr algn="l"/>
            <a:r>
              <a:rPr lang="en-IN" sz="2200" dirty="0">
                <a:ln w="19050">
                  <a:solidFill>
                    <a:schemeClr val="tx1">
                      <a:lumMod val="50000"/>
                      <a:lumOff val="50000"/>
                    </a:schemeClr>
                  </a:solidFill>
                </a:ln>
                <a:solidFill>
                  <a:schemeClr val="bg1"/>
                </a:solidFill>
                <a:effectLst>
                  <a:outerShdw blurRad="50800" dist="38100" algn="l" rotWithShape="0">
                    <a:prstClr val="black">
                      <a:alpha val="40000"/>
                    </a:prstClr>
                  </a:outerShdw>
                </a:effectLst>
                <a:latin typeface="Akira Expanded" panose="02000800000000000000" pitchFamily="50" charset="0"/>
              </a:rPr>
              <a:t>&amp; custom prompts</a:t>
            </a:r>
          </a:p>
        </p:txBody>
      </p:sp>
      <p:cxnSp>
        <p:nvCxnSpPr>
          <p:cNvPr id="13" name="Straight Connector 12">
            <a:extLst>
              <a:ext uri="{FF2B5EF4-FFF2-40B4-BE49-F238E27FC236}">
                <a16:creationId xmlns:a16="http://schemas.microsoft.com/office/drawing/2014/main" id="{6D57534F-2515-8701-038E-201BCA5B5E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287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D9EF3-9BC0-0C42-C6F8-11D0EF5D4B0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02ED3D-282C-8D7D-4F27-E28D76AE5D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6DDB9C-842F-B6F3-FA0F-76DDA1DD689D}"/>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sz="3600" dirty="0">
                <a:latin typeface="Univers Condensed" panose="020B0506020202050204" pitchFamily="34" charset="0"/>
              </a:rPr>
              <a:t>What is Custom Agent</a:t>
            </a:r>
          </a:p>
        </p:txBody>
      </p:sp>
      <p:cxnSp>
        <p:nvCxnSpPr>
          <p:cNvPr id="11" name="Straight Connector 10">
            <a:extLst>
              <a:ext uri="{FF2B5EF4-FFF2-40B4-BE49-F238E27FC236}">
                <a16:creationId xmlns:a16="http://schemas.microsoft.com/office/drawing/2014/main" id="{2170D3DD-C675-8FDF-BD32-D100FE128A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6659A22-5629-48EC-F0EF-5C37452E47C3}"/>
              </a:ext>
            </a:extLst>
          </p:cNvPr>
          <p:cNvSpPr>
            <a:spLocks noGrp="1"/>
          </p:cNvSpPr>
          <p:nvPr>
            <p:ph idx="1"/>
          </p:nvPr>
        </p:nvSpPr>
        <p:spPr>
          <a:xfrm>
            <a:off x="704086" y="1902402"/>
            <a:ext cx="6879337" cy="3677131"/>
          </a:xfrm>
        </p:spPr>
        <p:txBody>
          <a:bodyPr>
            <a:normAutofit lnSpcReduction="10000"/>
          </a:bodyPr>
          <a:lstStyle/>
          <a:p>
            <a:r>
              <a:rPr lang="en-IN" sz="2400" dirty="0">
                <a:latin typeface="Univers Condensed" panose="020B0506020202050204" pitchFamily="34" charset="0"/>
              </a:rPr>
              <a:t>Custom agents is an expert in creating agent instruction file or documentation files specific to LLMs to read</a:t>
            </a:r>
          </a:p>
          <a:p>
            <a:r>
              <a:rPr lang="en-IN" sz="2400" dirty="0">
                <a:latin typeface="Univers Condensed" panose="020B0506020202050204" pitchFamily="34" charset="0"/>
              </a:rPr>
              <a:t>Also we will look into custom prompts , custom slash commands , specifically to create instruction file</a:t>
            </a:r>
          </a:p>
          <a:p>
            <a:r>
              <a:rPr lang="en-IN" sz="2400" dirty="0">
                <a:latin typeface="Univers Condensed" panose="020B0506020202050204" pitchFamily="34" charset="0"/>
              </a:rPr>
              <a:t>Let us use AGENTS.md as a global instructions file</a:t>
            </a:r>
          </a:p>
          <a:p>
            <a:pPr lvl="1"/>
            <a:r>
              <a:rPr lang="en-IN" sz="2000" dirty="0">
                <a:latin typeface="Univers Condensed" panose="020B0506020202050204" pitchFamily="34" charset="0"/>
              </a:rPr>
              <a:t>So create a new file with name AGENTS.md in the root directory</a:t>
            </a:r>
          </a:p>
          <a:p>
            <a:pPr lvl="1"/>
            <a:r>
              <a:rPr lang="en-IN" sz="2000" dirty="0">
                <a:latin typeface="Univers Condensed" panose="020B0506020202050204" pitchFamily="34" charset="0"/>
              </a:rPr>
              <a:t>Restart </a:t>
            </a:r>
            <a:r>
              <a:rPr lang="en-IN" sz="2000" dirty="0" err="1">
                <a:latin typeface="Univers Condensed" panose="020B0506020202050204" pitchFamily="34" charset="0"/>
              </a:rPr>
              <a:t>vsCode</a:t>
            </a:r>
            <a:endParaRPr lang="en-IN" sz="2000" dirty="0">
              <a:latin typeface="Univers Condensed" panose="020B0506020202050204" pitchFamily="34" charset="0"/>
            </a:endParaRPr>
          </a:p>
          <a:p>
            <a:pPr lvl="1"/>
            <a:r>
              <a:rPr lang="en-IN" sz="2000" dirty="0">
                <a:latin typeface="Univers Condensed" panose="020B0506020202050204" pitchFamily="34" charset="0"/>
              </a:rPr>
              <a:t>Now you see the context given is agents.md in the chat window</a:t>
            </a:r>
            <a:endParaRPr lang="en-IN" sz="2000" dirty="0">
              <a:latin typeface="Consolas" panose="020B0609020204030204" pitchFamily="49" charset="0"/>
            </a:endParaRPr>
          </a:p>
        </p:txBody>
      </p:sp>
      <p:pic>
        <p:nvPicPr>
          <p:cNvPr id="4" name="Picture 3">
            <a:extLst>
              <a:ext uri="{FF2B5EF4-FFF2-40B4-BE49-F238E27FC236}">
                <a16:creationId xmlns:a16="http://schemas.microsoft.com/office/drawing/2014/main" id="{E94AE45D-0E2D-C3DC-A474-92AB1C4C3CB2}"/>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6" name="TextBox 5">
            <a:extLst>
              <a:ext uri="{FF2B5EF4-FFF2-40B4-BE49-F238E27FC236}">
                <a16:creationId xmlns:a16="http://schemas.microsoft.com/office/drawing/2014/main" id="{58808540-07FD-C109-5415-C377541DDCDE}"/>
              </a:ext>
            </a:extLst>
          </p:cNvPr>
          <p:cNvSpPr txBox="1"/>
          <p:nvPr/>
        </p:nvSpPr>
        <p:spPr>
          <a:xfrm>
            <a:off x="849309" y="5766292"/>
            <a:ext cx="6094378" cy="369332"/>
          </a:xfrm>
          <a:prstGeom prst="rect">
            <a:avLst/>
          </a:prstGeom>
          <a:noFill/>
        </p:spPr>
        <p:txBody>
          <a:bodyPr wrap="square">
            <a:spAutoFit/>
          </a:bodyPr>
          <a:lstStyle/>
          <a:p>
            <a:r>
              <a:rPr lang="en-IN" dirty="0"/>
              <a:t>https://github.com/orgs/community/discussions/175649</a:t>
            </a:r>
          </a:p>
        </p:txBody>
      </p:sp>
    </p:spTree>
    <p:extLst>
      <p:ext uri="{BB962C8B-B14F-4D97-AF65-F5344CB8AC3E}">
        <p14:creationId xmlns:p14="http://schemas.microsoft.com/office/powerpoint/2010/main" val="1721613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66F7B-7739-1ED7-199B-5A2CDD36F7E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8D2D48-6DA5-884E-DFF2-E1C1972DA2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24C325-440D-90F5-79F7-B3F231E6BA67}"/>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Instruction to create instruction files</a:t>
            </a:r>
          </a:p>
        </p:txBody>
      </p:sp>
      <p:cxnSp>
        <p:nvCxnSpPr>
          <p:cNvPr id="11" name="Straight Connector 10">
            <a:extLst>
              <a:ext uri="{FF2B5EF4-FFF2-40B4-BE49-F238E27FC236}">
                <a16:creationId xmlns:a16="http://schemas.microsoft.com/office/drawing/2014/main" id="{85C2FFAB-7565-D94A-FF86-20609321E1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6A400DF-A709-3BEB-9648-34C3259BAB7A}"/>
              </a:ext>
            </a:extLst>
          </p:cNvPr>
          <p:cNvSpPr>
            <a:spLocks noGrp="1"/>
          </p:cNvSpPr>
          <p:nvPr>
            <p:ph idx="1"/>
          </p:nvPr>
        </p:nvSpPr>
        <p:spPr>
          <a:xfrm>
            <a:off x="704086" y="1902402"/>
            <a:ext cx="6879337" cy="3677131"/>
          </a:xfrm>
        </p:spPr>
        <p:txBody>
          <a:bodyPr>
            <a:normAutofit/>
          </a:bodyPr>
          <a:lstStyle/>
          <a:p>
            <a:r>
              <a:rPr lang="en-IN" sz="2400" dirty="0">
                <a:latin typeface="Univers Condensed" panose="020B0506020202050204" pitchFamily="34" charset="0"/>
              </a:rPr>
              <a:t>In the chat window with Agent mode open</a:t>
            </a:r>
          </a:p>
          <a:p>
            <a:pPr lvl="1"/>
            <a:r>
              <a:rPr lang="en-IN" sz="1600" dirty="0">
                <a:latin typeface="Univers Condensed" panose="020B0506020202050204" pitchFamily="34" charset="0"/>
              </a:rPr>
              <a:t>“build out the content for this agent instructions file for this project. This is an instructions file specifically for LLMs to adhere to the coding standards for this project. Agent instructions will be separated out into separate .md markdown files in /docs directory”</a:t>
            </a:r>
          </a:p>
          <a:p>
            <a:pPr lvl="1"/>
            <a:r>
              <a:rPr lang="en-IN" sz="1600" dirty="0">
                <a:latin typeface="Univers Condensed" panose="020B0506020202050204" pitchFamily="34" charset="0"/>
              </a:rPr>
              <a:t>We are following an unofficial way which is beneficial for us to work different AI tools which are supporting AGENTS.md file.</a:t>
            </a:r>
          </a:p>
          <a:p>
            <a:pPr lvl="1"/>
            <a:r>
              <a:rPr lang="en-IN" sz="1600" dirty="0">
                <a:latin typeface="Univers Condensed" panose="020B0506020202050204" pitchFamily="34" charset="0"/>
              </a:rPr>
              <a:t>Make sure that all files generated are understood carefully and tweak them  if necessary</a:t>
            </a:r>
          </a:p>
        </p:txBody>
      </p:sp>
      <p:pic>
        <p:nvPicPr>
          <p:cNvPr id="4" name="Picture 3">
            <a:extLst>
              <a:ext uri="{FF2B5EF4-FFF2-40B4-BE49-F238E27FC236}">
                <a16:creationId xmlns:a16="http://schemas.microsoft.com/office/drawing/2014/main" id="{3662D295-8299-D1FC-751E-7A01F969788F}"/>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2242881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728D-D561-B932-C744-B5068E54B73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0A51FF-4945-72CE-F323-DFA8C5215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0D2BE3-0AFF-11D8-A333-87B6C75F21AB}"/>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Instruction to create instruction files </a:t>
            </a:r>
            <a:r>
              <a:rPr lang="en-IN" sz="2000" dirty="0" err="1">
                <a:latin typeface="Univers Condensed" panose="020B0506020202050204" pitchFamily="34" charset="0"/>
              </a:rPr>
              <a:t>contd</a:t>
            </a:r>
            <a:r>
              <a:rPr lang="en-IN" sz="2000" dirty="0">
                <a:latin typeface="Univers Condensed" panose="020B0506020202050204" pitchFamily="34" charset="0"/>
              </a:rPr>
              <a:t>…</a:t>
            </a:r>
            <a:endParaRPr lang="en-IN" sz="3600" dirty="0">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D583C3A4-90EE-6DF6-8E75-558E124CDE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B80A3CF-3F8D-E595-7120-B3E9B1D01ECD}"/>
              </a:ext>
            </a:extLst>
          </p:cNvPr>
          <p:cNvSpPr>
            <a:spLocks noGrp="1"/>
          </p:cNvSpPr>
          <p:nvPr>
            <p:ph idx="1"/>
          </p:nvPr>
        </p:nvSpPr>
        <p:spPr>
          <a:xfrm>
            <a:off x="704086" y="1902402"/>
            <a:ext cx="6879337" cy="3677131"/>
          </a:xfrm>
        </p:spPr>
        <p:txBody>
          <a:bodyPr>
            <a:normAutofit lnSpcReduction="10000"/>
          </a:bodyPr>
          <a:lstStyle/>
          <a:p>
            <a:r>
              <a:rPr lang="en-IN" sz="2400" dirty="0">
                <a:latin typeface="Univers Condensed" panose="020B0506020202050204" pitchFamily="34" charset="0"/>
              </a:rPr>
              <a:t>Just remove all files in the /docs directory</a:t>
            </a:r>
          </a:p>
          <a:p>
            <a:r>
              <a:rPr lang="en-IN" sz="2400" dirty="0">
                <a:latin typeface="Univers Condensed" panose="020B0506020202050204" pitchFamily="34" charset="0"/>
              </a:rPr>
              <a:t>Remove the references of those files in AGENTS.md</a:t>
            </a:r>
          </a:p>
          <a:p>
            <a:r>
              <a:rPr lang="en-IN" sz="2400" dirty="0">
                <a:latin typeface="Univers Condensed" panose="020B0506020202050204" pitchFamily="34" charset="0"/>
              </a:rPr>
              <a:t>And add a text in AGENTS.md where the title of reference files , is there:</a:t>
            </a:r>
          </a:p>
          <a:p>
            <a:pPr lvl="1"/>
            <a:r>
              <a:rPr lang="en-IN" sz="2000" dirty="0">
                <a:latin typeface="Univers Condensed" panose="020B0506020202050204" pitchFamily="34" charset="0"/>
              </a:rPr>
              <a:t>“ALWAYS refer to relevant .md file  BEFORE generating any code</a:t>
            </a:r>
          </a:p>
          <a:p>
            <a:pPr marL="0" indent="0">
              <a:buNone/>
            </a:pPr>
            <a:r>
              <a:rPr lang="en-IN" sz="2400" dirty="0">
                <a:latin typeface="Univers Condensed" panose="020B0506020202050204" pitchFamily="34" charset="0"/>
              </a:rPr>
              <a:t>Generally text written in Capital Letters are more likely adhered by LLMs</a:t>
            </a:r>
          </a:p>
          <a:p>
            <a:r>
              <a:rPr lang="en-IN" sz="1600" dirty="0">
                <a:latin typeface="Univers Condensed" panose="020B0506020202050204" pitchFamily="34" charset="0"/>
              </a:rPr>
              <a:t>Also add this text below instructions file title</a:t>
            </a:r>
          </a:p>
          <a:p>
            <a:pPr lvl="1"/>
            <a:r>
              <a:rPr lang="en-IN" sz="1200" dirty="0">
                <a:latin typeface="Univers Condensed" panose="020B0506020202050204" pitchFamily="34" charset="0"/>
              </a:rPr>
              <a:t>For detailed guidelines on specific topics, refer to the modular documentation in the `/docs` directory.</a:t>
            </a:r>
          </a:p>
        </p:txBody>
      </p:sp>
      <p:pic>
        <p:nvPicPr>
          <p:cNvPr id="4" name="Picture 3">
            <a:extLst>
              <a:ext uri="{FF2B5EF4-FFF2-40B4-BE49-F238E27FC236}">
                <a16:creationId xmlns:a16="http://schemas.microsoft.com/office/drawing/2014/main" id="{A13508E1-DB44-38AB-4D0E-379D079951C3}"/>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1320236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8182-881A-CB74-46FC-8C0B2332B15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2767D7-4376-F799-C31C-C4F9B8C2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7DD8F4-3D4F-7AA3-4DB9-1E8E4A82DC92}"/>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Creating individual  instruction files </a:t>
            </a:r>
            <a:r>
              <a:rPr lang="en-IN" sz="1800" dirty="0">
                <a:latin typeface="Univers Condensed" panose="020B0506020202050204" pitchFamily="34" charset="0"/>
              </a:rPr>
              <a:t>for the architecture</a:t>
            </a:r>
            <a:endParaRPr lang="en-IN" sz="3600" dirty="0">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75A4DDA6-9B37-D22D-DF0C-A4A657F9F1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032515B-42E0-A798-CBAC-CE46D672DCE0}"/>
              </a:ext>
            </a:extLst>
          </p:cNvPr>
          <p:cNvSpPr>
            <a:spLocks noGrp="1"/>
          </p:cNvSpPr>
          <p:nvPr>
            <p:ph idx="1"/>
          </p:nvPr>
        </p:nvSpPr>
        <p:spPr>
          <a:xfrm>
            <a:off x="704086" y="1902402"/>
            <a:ext cx="6879337" cy="3677131"/>
          </a:xfrm>
        </p:spPr>
        <p:txBody>
          <a:bodyPr>
            <a:normAutofit/>
          </a:bodyPr>
          <a:lstStyle/>
          <a:p>
            <a:r>
              <a:rPr lang="en-IN" sz="2400" dirty="0">
                <a:latin typeface="Univers Condensed" panose="020B0506020202050204" pitchFamily="34" charset="0"/>
              </a:rPr>
              <a:t>Here we </a:t>
            </a:r>
            <a:r>
              <a:rPr lang="en-IN" sz="2400" dirty="0">
                <a:highlight>
                  <a:srgbClr val="00FF00"/>
                </a:highlight>
                <a:latin typeface="Univers Condensed" panose="020B0506020202050204" pitchFamily="34" charset="0"/>
              </a:rPr>
              <a:t>require custom agent and custom prompts</a:t>
            </a:r>
          </a:p>
          <a:p>
            <a:r>
              <a:rPr lang="en-IN" sz="2400" dirty="0">
                <a:latin typeface="Univers Condensed" panose="020B0506020202050204" pitchFamily="34" charset="0"/>
              </a:rPr>
              <a:t>So, how to get custom agents, Inside the chat window there are 4 modes of agents and one more option “Configure Custom Agent”. </a:t>
            </a:r>
          </a:p>
          <a:p>
            <a:r>
              <a:rPr lang="en-IN" sz="2400" dirty="0">
                <a:latin typeface="Univers Condensed" panose="020B0506020202050204" pitchFamily="34" charset="0"/>
              </a:rPr>
              <a:t>Follow the steps on the scree, and give a name as instruction-generator.</a:t>
            </a:r>
          </a:p>
          <a:p>
            <a:r>
              <a:rPr lang="en-IN" sz="2400" dirty="0">
                <a:latin typeface="Univers Condensed" panose="020B0506020202050204" pitchFamily="34" charset="0"/>
              </a:rPr>
              <a:t>You will notice a new .md file added                 “instructions-generator.agent.md” , under </a:t>
            </a:r>
            <a:r>
              <a:rPr lang="en-IN" sz="2400" dirty="0" err="1">
                <a:latin typeface="Univers Condensed" panose="020B0506020202050204" pitchFamily="34" charset="0"/>
              </a:rPr>
              <a:t>github</a:t>
            </a:r>
            <a:r>
              <a:rPr lang="en-IN" sz="2400" dirty="0">
                <a:latin typeface="Univers Condensed" panose="020B0506020202050204" pitchFamily="34" charset="0"/>
              </a:rPr>
              <a:t>/agents directory</a:t>
            </a:r>
          </a:p>
          <a:p>
            <a:endParaRPr lang="en-IN" sz="1600" dirty="0">
              <a:latin typeface="Univers Condensed" panose="020B0506020202050204" pitchFamily="34" charset="0"/>
            </a:endParaRPr>
          </a:p>
        </p:txBody>
      </p:sp>
      <p:pic>
        <p:nvPicPr>
          <p:cNvPr id="4" name="Picture 3">
            <a:extLst>
              <a:ext uri="{FF2B5EF4-FFF2-40B4-BE49-F238E27FC236}">
                <a16:creationId xmlns:a16="http://schemas.microsoft.com/office/drawing/2014/main" id="{0163C60B-9DB8-F0B0-72E9-6FD508789CDD}"/>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5" name="Freeform: Shape 24">
            <a:extLst>
              <a:ext uri="{FF2B5EF4-FFF2-40B4-BE49-F238E27FC236}">
                <a16:creationId xmlns:a16="http://schemas.microsoft.com/office/drawing/2014/main" id="{71B6CDDB-88DA-E4C6-DEAC-DB0E56EF4319}"/>
              </a:ext>
            </a:extLst>
          </p:cNvPr>
          <p:cNvSpPr/>
          <p:nvPr/>
        </p:nvSpPr>
        <p:spPr>
          <a:xfrm>
            <a:off x="7602559" y="4668326"/>
            <a:ext cx="3603453" cy="1143160"/>
          </a:xfrm>
          <a:custGeom>
            <a:avLst/>
            <a:gdLst>
              <a:gd name="csX0" fmla="*/ 0 w 3603453"/>
              <a:gd name="csY0" fmla="*/ 0 h 1143160"/>
              <a:gd name="csX1" fmla="*/ 3484182 w 3603453"/>
              <a:gd name="csY1" fmla="*/ 0 h 1143160"/>
              <a:gd name="csX2" fmla="*/ 3484015 w 3603453"/>
              <a:gd name="csY2" fmla="*/ 3148 h 1143160"/>
              <a:gd name="csX3" fmla="*/ 3534153 w 3603453"/>
              <a:gd name="csY3" fmla="*/ 91632 h 1143160"/>
              <a:gd name="csX4" fmla="*/ 3582791 w 3603453"/>
              <a:gd name="csY4" fmla="*/ 140270 h 1143160"/>
              <a:gd name="csX5" fmla="*/ 3582791 w 3603453"/>
              <a:gd name="csY5" fmla="*/ 247274 h 1143160"/>
              <a:gd name="csX6" fmla="*/ 3543881 w 3603453"/>
              <a:gd name="csY6" fmla="*/ 266729 h 1143160"/>
              <a:gd name="csX7" fmla="*/ 3524425 w 3603453"/>
              <a:gd name="csY7" fmla="*/ 305640 h 1143160"/>
              <a:gd name="csX8" fmla="*/ 3602247 w 3603453"/>
              <a:gd name="csY8" fmla="*/ 364006 h 1143160"/>
              <a:gd name="csX9" fmla="*/ 3594212 w 3603453"/>
              <a:gd name="csY9" fmla="*/ 414212 h 1143160"/>
              <a:gd name="csX10" fmla="*/ 3592092 w 3603453"/>
              <a:gd name="csY10" fmla="*/ 429570 h 1143160"/>
              <a:gd name="csX11" fmla="*/ 3592344 w 3603453"/>
              <a:gd name="csY11" fmla="*/ 427112 h 1143160"/>
              <a:gd name="csX12" fmla="*/ 3563336 w 3603453"/>
              <a:gd name="csY12" fmla="*/ 461283 h 1143160"/>
              <a:gd name="csX13" fmla="*/ 3466059 w 3603453"/>
              <a:gd name="csY13" fmla="*/ 694746 h 1143160"/>
              <a:gd name="csX14" fmla="*/ 3427149 w 3603453"/>
              <a:gd name="csY14" fmla="*/ 772568 h 1143160"/>
              <a:gd name="csX15" fmla="*/ 3378510 w 3603453"/>
              <a:gd name="csY15" fmla="*/ 801751 h 1143160"/>
              <a:gd name="csX16" fmla="*/ 3349327 w 3603453"/>
              <a:gd name="csY16" fmla="*/ 830934 h 1143160"/>
              <a:gd name="csX17" fmla="*/ 3359055 w 3603453"/>
              <a:gd name="csY17" fmla="*/ 908755 h 1143160"/>
              <a:gd name="csX18" fmla="*/ 3407693 w 3603453"/>
              <a:gd name="csY18" fmla="*/ 937938 h 1143160"/>
              <a:gd name="csX19" fmla="*/ 3485515 w 3603453"/>
              <a:gd name="csY19" fmla="*/ 976849 h 1143160"/>
              <a:gd name="csX20" fmla="*/ 3514698 w 3603453"/>
              <a:gd name="csY20" fmla="*/ 1103308 h 1143160"/>
              <a:gd name="csX21" fmla="*/ 3527007 w 3603453"/>
              <a:gd name="csY21" fmla="*/ 1138669 h 1143160"/>
              <a:gd name="csX22" fmla="*/ 3529322 w 3603453"/>
              <a:gd name="csY22" fmla="*/ 1143160 h 1143160"/>
              <a:gd name="csX23" fmla="*/ 0 w 3603453"/>
              <a:gd name="csY23" fmla="*/ 1143160 h 1143160"/>
              <a:gd name="csX24" fmla="*/ 0 w 3603453"/>
              <a:gd name="csY24" fmla="*/ 0 h 1143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3603453" h="1143160">
                <a:moveTo>
                  <a:pt x="0" y="0"/>
                </a:moveTo>
                <a:lnTo>
                  <a:pt x="3484182" y="0"/>
                </a:lnTo>
                <a:lnTo>
                  <a:pt x="3484015" y="3148"/>
                </a:lnTo>
                <a:cubicBezTo>
                  <a:pt x="3483333" y="59402"/>
                  <a:pt x="3502082" y="53148"/>
                  <a:pt x="3534153" y="91632"/>
                </a:cubicBezTo>
                <a:cubicBezTo>
                  <a:pt x="3574685" y="140270"/>
                  <a:pt x="3529289" y="104602"/>
                  <a:pt x="3582791" y="140270"/>
                </a:cubicBezTo>
                <a:cubicBezTo>
                  <a:pt x="3600617" y="184833"/>
                  <a:pt x="3618629" y="199491"/>
                  <a:pt x="3582791" y="247274"/>
                </a:cubicBezTo>
                <a:cubicBezTo>
                  <a:pt x="3574090" y="258875"/>
                  <a:pt x="3556851" y="260244"/>
                  <a:pt x="3543881" y="266729"/>
                </a:cubicBezTo>
                <a:cubicBezTo>
                  <a:pt x="3537396" y="279699"/>
                  <a:pt x="3520908" y="291572"/>
                  <a:pt x="3524425" y="305640"/>
                </a:cubicBezTo>
                <a:cubicBezTo>
                  <a:pt x="3531449" y="333735"/>
                  <a:pt x="3580245" y="353005"/>
                  <a:pt x="3602247" y="364006"/>
                </a:cubicBezTo>
                <a:cubicBezTo>
                  <a:pt x="3598484" y="386581"/>
                  <a:pt x="3595923" y="402813"/>
                  <a:pt x="3594212" y="414212"/>
                </a:cubicBezTo>
                <a:lnTo>
                  <a:pt x="3592092" y="429570"/>
                </a:lnTo>
                <a:lnTo>
                  <a:pt x="3592344" y="427112"/>
                </a:lnTo>
                <a:cubicBezTo>
                  <a:pt x="3593325" y="411104"/>
                  <a:pt x="3591122" y="390274"/>
                  <a:pt x="3563336" y="461283"/>
                </a:cubicBezTo>
                <a:cubicBezTo>
                  <a:pt x="3468472" y="703714"/>
                  <a:pt x="3555050" y="583509"/>
                  <a:pt x="3466059" y="694746"/>
                </a:cubicBezTo>
                <a:cubicBezTo>
                  <a:pt x="3456582" y="723179"/>
                  <a:pt x="3450122" y="749595"/>
                  <a:pt x="3427149" y="772568"/>
                </a:cubicBezTo>
                <a:cubicBezTo>
                  <a:pt x="3413779" y="785938"/>
                  <a:pt x="3393636" y="790407"/>
                  <a:pt x="3378510" y="801751"/>
                </a:cubicBezTo>
                <a:cubicBezTo>
                  <a:pt x="3367504" y="810005"/>
                  <a:pt x="3359055" y="821206"/>
                  <a:pt x="3349327" y="830934"/>
                </a:cubicBezTo>
                <a:cubicBezTo>
                  <a:pt x="3352570" y="856874"/>
                  <a:pt x="3346537" y="885805"/>
                  <a:pt x="3359055" y="908755"/>
                </a:cubicBezTo>
                <a:cubicBezTo>
                  <a:pt x="3368109" y="925353"/>
                  <a:pt x="3391046" y="928974"/>
                  <a:pt x="3407693" y="937938"/>
                </a:cubicBezTo>
                <a:cubicBezTo>
                  <a:pt x="3433229" y="951688"/>
                  <a:pt x="3459574" y="963879"/>
                  <a:pt x="3485515" y="976849"/>
                </a:cubicBezTo>
                <a:cubicBezTo>
                  <a:pt x="3495243" y="1019002"/>
                  <a:pt x="3504206" y="1061339"/>
                  <a:pt x="3514698" y="1103308"/>
                </a:cubicBezTo>
                <a:cubicBezTo>
                  <a:pt x="3517456" y="1114342"/>
                  <a:pt x="3521852" y="1126725"/>
                  <a:pt x="3527007" y="1138669"/>
                </a:cubicBezTo>
                <a:lnTo>
                  <a:pt x="3529322" y="1143160"/>
                </a:lnTo>
                <a:lnTo>
                  <a:pt x="0" y="1143160"/>
                </a:lnTo>
                <a:lnTo>
                  <a:pt x="0" y="0"/>
                </a:lnTo>
                <a:close/>
              </a:path>
            </a:pathLst>
          </a:cu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4" name="Freeform: Shape 23">
            <a:extLst>
              <a:ext uri="{FF2B5EF4-FFF2-40B4-BE49-F238E27FC236}">
                <a16:creationId xmlns:a16="http://schemas.microsoft.com/office/drawing/2014/main" id="{89CB4868-F17C-1527-5566-284ECABA90E6}"/>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59CDF8D8-1220-13F4-D3CD-35F45B1692F2}"/>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7" name="Freeform: Shape 16">
            <a:extLst>
              <a:ext uri="{FF2B5EF4-FFF2-40B4-BE49-F238E27FC236}">
                <a16:creationId xmlns:a16="http://schemas.microsoft.com/office/drawing/2014/main" id="{9DAAC9CE-DE8A-3D83-2C2F-7086F0ABC5C4}"/>
              </a:ext>
            </a:extLst>
          </p:cNvPr>
          <p:cNvSpPr/>
          <p:nvPr/>
        </p:nvSpPr>
        <p:spPr>
          <a:xfrm>
            <a:off x="7583423" y="3341291"/>
            <a:ext cx="3641727" cy="895475"/>
          </a:xfrm>
          <a:custGeom>
            <a:avLst/>
            <a:gdLst>
              <a:gd name="csX0" fmla="*/ 0 w 3641727"/>
              <a:gd name="csY0" fmla="*/ 0 h 895475"/>
              <a:gd name="csX1" fmla="*/ 3610200 w 3641727"/>
              <a:gd name="csY1" fmla="*/ 0 h 895475"/>
              <a:gd name="csX2" fmla="*/ 3613861 w 3641727"/>
              <a:gd name="csY2" fmla="*/ 47694 h 895475"/>
              <a:gd name="csX3" fmla="*/ 3605669 w 3641727"/>
              <a:gd name="csY3" fmla="*/ 146325 h 895475"/>
              <a:gd name="csX4" fmla="*/ 3537936 w 3641727"/>
              <a:gd name="csY4" fmla="*/ 154791 h 895475"/>
              <a:gd name="csX5" fmla="*/ 3631069 w 3641727"/>
              <a:gd name="csY5" fmla="*/ 239458 h 895475"/>
              <a:gd name="csX6" fmla="*/ 3639536 w 3641727"/>
              <a:gd name="csY6" fmla="*/ 264858 h 895475"/>
              <a:gd name="csX7" fmla="*/ 3580269 w 3641727"/>
              <a:gd name="csY7" fmla="*/ 290258 h 895475"/>
              <a:gd name="csX8" fmla="*/ 3529469 w 3641727"/>
              <a:gd name="csY8" fmla="*/ 324125 h 895475"/>
              <a:gd name="csX9" fmla="*/ 3537936 w 3641727"/>
              <a:gd name="csY9" fmla="*/ 349525 h 895475"/>
              <a:gd name="csX10" fmla="*/ 3571803 w 3641727"/>
              <a:gd name="csY10" fmla="*/ 374925 h 895475"/>
              <a:gd name="csX11" fmla="*/ 3461736 w 3641727"/>
              <a:gd name="csY11" fmla="*/ 459591 h 895475"/>
              <a:gd name="csX12" fmla="*/ 3580269 w 3641727"/>
              <a:gd name="csY12" fmla="*/ 518858 h 895475"/>
              <a:gd name="csX13" fmla="*/ 3605669 w 3641727"/>
              <a:gd name="csY13" fmla="*/ 544258 h 895475"/>
              <a:gd name="csX14" fmla="*/ 3588736 w 3641727"/>
              <a:gd name="csY14" fmla="*/ 578125 h 895475"/>
              <a:gd name="csX15" fmla="*/ 3250069 w 3641727"/>
              <a:gd name="csY15" fmla="*/ 586591 h 895475"/>
              <a:gd name="csX16" fmla="*/ 3275469 w 3641727"/>
              <a:gd name="csY16" fmla="*/ 603525 h 895475"/>
              <a:gd name="csX17" fmla="*/ 3343203 w 3641727"/>
              <a:gd name="csY17" fmla="*/ 628925 h 895475"/>
              <a:gd name="csX18" fmla="*/ 3368149 w 3641727"/>
              <a:gd name="csY18" fmla="*/ 654298 h 895475"/>
              <a:gd name="csX19" fmla="*/ 3379278 w 3641727"/>
              <a:gd name="csY19" fmla="*/ 666223 h 895475"/>
              <a:gd name="csX20" fmla="*/ 3381630 w 3641727"/>
              <a:gd name="csY20" fmla="*/ 669076 h 895475"/>
              <a:gd name="csX21" fmla="*/ 3379472 w 3641727"/>
              <a:gd name="csY21" fmla="*/ 666431 h 895475"/>
              <a:gd name="csX22" fmla="*/ 3379278 w 3641727"/>
              <a:gd name="csY22" fmla="*/ 666223 h 895475"/>
              <a:gd name="csX23" fmla="*/ 3379080 w 3641727"/>
              <a:gd name="csY23" fmla="*/ 665983 h 895475"/>
              <a:gd name="csX24" fmla="*/ 3410936 w 3641727"/>
              <a:gd name="csY24" fmla="*/ 671258 h 895475"/>
              <a:gd name="csX25" fmla="*/ 3453269 w 3641727"/>
              <a:gd name="csY25" fmla="*/ 705125 h 895475"/>
              <a:gd name="csX26" fmla="*/ 3554869 w 3641727"/>
              <a:gd name="csY26" fmla="*/ 722058 h 895475"/>
              <a:gd name="csX27" fmla="*/ 3592563 w 3641727"/>
              <a:gd name="csY27" fmla="*/ 759295 h 895475"/>
              <a:gd name="csX28" fmla="*/ 3604753 w 3641727"/>
              <a:gd name="csY28" fmla="*/ 768307 h 895475"/>
              <a:gd name="csX29" fmla="*/ 3597203 w 3641727"/>
              <a:gd name="csY29" fmla="*/ 772858 h 895475"/>
              <a:gd name="csX30" fmla="*/ 3571803 w 3641727"/>
              <a:gd name="csY30" fmla="*/ 781325 h 895475"/>
              <a:gd name="csX31" fmla="*/ 3580269 w 3641727"/>
              <a:gd name="csY31" fmla="*/ 874458 h 895475"/>
              <a:gd name="csX32" fmla="*/ 3614136 w 3641727"/>
              <a:gd name="csY32" fmla="*/ 891391 h 895475"/>
              <a:gd name="csX33" fmla="*/ 3630472 w 3641727"/>
              <a:gd name="csY33" fmla="*/ 895475 h 895475"/>
              <a:gd name="csX34" fmla="*/ 0 w 3641727"/>
              <a:gd name="csY34" fmla="*/ 895475 h 895475"/>
              <a:gd name="csX35" fmla="*/ 0 w 3641727"/>
              <a:gd name="csY35" fmla="*/ 0 h 8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641727" h="895475">
                <a:moveTo>
                  <a:pt x="0" y="0"/>
                </a:moveTo>
                <a:lnTo>
                  <a:pt x="3610200" y="0"/>
                </a:lnTo>
                <a:lnTo>
                  <a:pt x="3613861" y="47694"/>
                </a:lnTo>
                <a:cubicBezTo>
                  <a:pt x="3616108" y="90161"/>
                  <a:pt x="3615626" y="133050"/>
                  <a:pt x="3605669" y="146325"/>
                </a:cubicBezTo>
                <a:cubicBezTo>
                  <a:pt x="3592017" y="164528"/>
                  <a:pt x="3560514" y="151969"/>
                  <a:pt x="3537936" y="154791"/>
                </a:cubicBezTo>
                <a:cubicBezTo>
                  <a:pt x="3568980" y="183013"/>
                  <a:pt x="3602612" y="208629"/>
                  <a:pt x="3631069" y="239458"/>
                </a:cubicBezTo>
                <a:cubicBezTo>
                  <a:pt x="3637122" y="246016"/>
                  <a:pt x="3645847" y="258547"/>
                  <a:pt x="3639536" y="264858"/>
                </a:cubicBezTo>
                <a:cubicBezTo>
                  <a:pt x="3624338" y="280056"/>
                  <a:pt x="3599193" y="280068"/>
                  <a:pt x="3580269" y="290258"/>
                </a:cubicBezTo>
                <a:cubicBezTo>
                  <a:pt x="3562350" y="299907"/>
                  <a:pt x="3546402" y="312836"/>
                  <a:pt x="3529469" y="324125"/>
                </a:cubicBezTo>
                <a:cubicBezTo>
                  <a:pt x="3532291" y="332592"/>
                  <a:pt x="3532223" y="342669"/>
                  <a:pt x="3537936" y="349525"/>
                </a:cubicBezTo>
                <a:cubicBezTo>
                  <a:pt x="3546970" y="360365"/>
                  <a:pt x="3571803" y="360814"/>
                  <a:pt x="3571803" y="374925"/>
                </a:cubicBezTo>
                <a:cubicBezTo>
                  <a:pt x="3571803" y="426948"/>
                  <a:pt x="3489220" y="447376"/>
                  <a:pt x="3461736" y="459591"/>
                </a:cubicBezTo>
                <a:cubicBezTo>
                  <a:pt x="3512664" y="476568"/>
                  <a:pt x="3511075" y="474376"/>
                  <a:pt x="3580269" y="518858"/>
                </a:cubicBezTo>
                <a:cubicBezTo>
                  <a:pt x="3590341" y="525333"/>
                  <a:pt x="3597202" y="535791"/>
                  <a:pt x="3605669" y="544258"/>
                </a:cubicBezTo>
                <a:cubicBezTo>
                  <a:pt x="3600025" y="555547"/>
                  <a:pt x="3601269" y="576633"/>
                  <a:pt x="3588736" y="578125"/>
                </a:cubicBezTo>
                <a:cubicBezTo>
                  <a:pt x="3476604" y="591474"/>
                  <a:pt x="3362624" y="577465"/>
                  <a:pt x="3250069" y="586591"/>
                </a:cubicBezTo>
                <a:cubicBezTo>
                  <a:pt x="3239926" y="587413"/>
                  <a:pt x="3266205" y="599314"/>
                  <a:pt x="3275469" y="603525"/>
                </a:cubicBezTo>
                <a:cubicBezTo>
                  <a:pt x="3297421" y="613503"/>
                  <a:pt x="3320625" y="620458"/>
                  <a:pt x="3343203" y="628925"/>
                </a:cubicBezTo>
                <a:cubicBezTo>
                  <a:pt x="3354284" y="640006"/>
                  <a:pt x="3362352" y="648255"/>
                  <a:pt x="3368149" y="654298"/>
                </a:cubicBezTo>
                <a:lnTo>
                  <a:pt x="3379278" y="666223"/>
                </a:lnTo>
                <a:lnTo>
                  <a:pt x="3381630" y="669076"/>
                </a:lnTo>
                <a:cubicBezTo>
                  <a:pt x="3381943" y="669359"/>
                  <a:pt x="3381472" y="668686"/>
                  <a:pt x="3379472" y="666431"/>
                </a:cubicBezTo>
                <a:lnTo>
                  <a:pt x="3379278" y="666223"/>
                </a:lnTo>
                <a:lnTo>
                  <a:pt x="3379080" y="665983"/>
                </a:lnTo>
                <a:cubicBezTo>
                  <a:pt x="3374521" y="659701"/>
                  <a:pt x="3369292" y="648123"/>
                  <a:pt x="3410936" y="671258"/>
                </a:cubicBezTo>
                <a:cubicBezTo>
                  <a:pt x="3426733" y="680034"/>
                  <a:pt x="3436228" y="699111"/>
                  <a:pt x="3453269" y="705125"/>
                </a:cubicBezTo>
                <a:cubicBezTo>
                  <a:pt x="3485645" y="716552"/>
                  <a:pt x="3521002" y="716414"/>
                  <a:pt x="3554869" y="722058"/>
                </a:cubicBezTo>
                <a:cubicBezTo>
                  <a:pt x="3572714" y="739904"/>
                  <a:pt x="3581865" y="750161"/>
                  <a:pt x="3592563" y="759295"/>
                </a:cubicBezTo>
                <a:lnTo>
                  <a:pt x="3604753" y="768307"/>
                </a:lnTo>
                <a:lnTo>
                  <a:pt x="3597203" y="772858"/>
                </a:lnTo>
                <a:cubicBezTo>
                  <a:pt x="3589221" y="776849"/>
                  <a:pt x="3580270" y="778503"/>
                  <a:pt x="3571803" y="781325"/>
                </a:cubicBezTo>
                <a:cubicBezTo>
                  <a:pt x="3574625" y="812369"/>
                  <a:pt x="3569079" y="845363"/>
                  <a:pt x="3580269" y="874458"/>
                </a:cubicBezTo>
                <a:cubicBezTo>
                  <a:pt x="3584800" y="886238"/>
                  <a:pt x="3602318" y="886959"/>
                  <a:pt x="3614136" y="891391"/>
                </a:cubicBezTo>
                <a:lnTo>
                  <a:pt x="3630472" y="895475"/>
                </a:lnTo>
                <a:lnTo>
                  <a:pt x="0" y="895475"/>
                </a:lnTo>
                <a:lnTo>
                  <a:pt x="0" y="0"/>
                </a:lnTo>
                <a:close/>
              </a:path>
            </a:pathLst>
          </a:custGeom>
          <a:blipFill>
            <a:blip r:embed="rId5"/>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5" name="Freeform: Shape 34">
            <a:extLst>
              <a:ext uri="{FF2B5EF4-FFF2-40B4-BE49-F238E27FC236}">
                <a16:creationId xmlns:a16="http://schemas.microsoft.com/office/drawing/2014/main" id="{84B22276-8022-F19A-96DB-CCEC2FBF4054}"/>
              </a:ext>
            </a:extLst>
          </p:cNvPr>
          <p:cNvSpPr/>
          <p:nvPr/>
        </p:nvSpPr>
        <p:spPr>
          <a:xfrm>
            <a:off x="7585607" y="435915"/>
            <a:ext cx="2674798" cy="2384897"/>
          </a:xfrm>
          <a:custGeom>
            <a:avLst/>
            <a:gdLst>
              <a:gd name="csX0" fmla="*/ 0 w 2657846"/>
              <a:gd name="csY0" fmla="*/ 0 h 2172003"/>
              <a:gd name="csX1" fmla="*/ 2552365 w 2657846"/>
              <a:gd name="csY1" fmla="*/ 0 h 2172003"/>
              <a:gd name="csX2" fmla="*/ 2552106 w 2657846"/>
              <a:gd name="csY2" fmla="*/ 3358 h 2172003"/>
              <a:gd name="csX3" fmla="*/ 2541972 w 2657846"/>
              <a:gd name="csY3" fmla="*/ 14566 h 2172003"/>
              <a:gd name="csX4" fmla="*/ 2269597 w 2657846"/>
              <a:gd name="csY4" fmla="*/ 45387 h 2172003"/>
              <a:gd name="csX5" fmla="*/ 2240414 w 2657846"/>
              <a:gd name="csY5" fmla="*/ 55661 h 2172003"/>
              <a:gd name="csX6" fmla="*/ 2269597 w 2657846"/>
              <a:gd name="csY6" fmla="*/ 76207 h 2172003"/>
              <a:gd name="csX7" fmla="*/ 2230686 w 2657846"/>
              <a:gd name="csY7" fmla="*/ 86481 h 2172003"/>
              <a:gd name="csX8" fmla="*/ 2493333 w 2657846"/>
              <a:gd name="csY8" fmla="*/ 127575 h 2172003"/>
              <a:gd name="csX9" fmla="*/ 2561427 w 2657846"/>
              <a:gd name="csY9" fmla="*/ 168669 h 2172003"/>
              <a:gd name="csX10" fmla="*/ 2269597 w 2657846"/>
              <a:gd name="csY10" fmla="*/ 281677 h 2172003"/>
              <a:gd name="csX11" fmla="*/ 2357146 w 2657846"/>
              <a:gd name="csY11" fmla="*/ 291951 h 2172003"/>
              <a:gd name="csX12" fmla="*/ 2561427 w 2657846"/>
              <a:gd name="csY12" fmla="*/ 302224 h 2172003"/>
              <a:gd name="csX13" fmla="*/ 2405784 w 2657846"/>
              <a:gd name="csY13" fmla="*/ 312498 h 2172003"/>
              <a:gd name="csX14" fmla="*/ 2415512 w 2657846"/>
              <a:gd name="csY14" fmla="*/ 330477 h 2172003"/>
              <a:gd name="csX15" fmla="*/ 2418333 w 2657846"/>
              <a:gd name="csY15" fmla="*/ 337925 h 2172003"/>
              <a:gd name="csX16" fmla="*/ 2376601 w 2657846"/>
              <a:gd name="csY16" fmla="*/ 322772 h 2172003"/>
              <a:gd name="csX17" fmla="*/ 2415512 w 2657846"/>
              <a:gd name="csY17" fmla="*/ 343319 h 2172003"/>
              <a:gd name="csX18" fmla="*/ 2418552 w 2657846"/>
              <a:gd name="csY18" fmla="*/ 338503 h 2172003"/>
              <a:gd name="csX19" fmla="*/ 2418333 w 2657846"/>
              <a:gd name="csY19" fmla="*/ 337925 h 2172003"/>
              <a:gd name="csX20" fmla="*/ 2430413 w 2657846"/>
              <a:gd name="csY20" fmla="*/ 342311 h 2172003"/>
              <a:gd name="csX21" fmla="*/ 2483606 w 2657846"/>
              <a:gd name="csY21" fmla="*/ 363865 h 2172003"/>
              <a:gd name="csX22" fmla="*/ 2308508 w 2657846"/>
              <a:gd name="csY22" fmla="*/ 374139 h 2172003"/>
              <a:gd name="csX23" fmla="*/ 2425240 w 2657846"/>
              <a:gd name="csY23" fmla="*/ 404960 h 2172003"/>
              <a:gd name="csX24" fmla="*/ 2396057 w 2657846"/>
              <a:gd name="csY24" fmla="*/ 425506 h 2172003"/>
              <a:gd name="csX25" fmla="*/ 2444695 w 2657846"/>
              <a:gd name="csY25" fmla="*/ 456327 h 2172003"/>
              <a:gd name="csX26" fmla="*/ 2405784 w 2657846"/>
              <a:gd name="csY26" fmla="*/ 497421 h 2172003"/>
              <a:gd name="csX27" fmla="*/ 2417297 w 2657846"/>
              <a:gd name="csY27" fmla="*/ 501557 h 2172003"/>
              <a:gd name="csX28" fmla="*/ 2376601 w 2657846"/>
              <a:gd name="csY28" fmla="*/ 497421 h 2172003"/>
              <a:gd name="csX29" fmla="*/ 2425240 w 2657846"/>
              <a:gd name="csY29" fmla="*/ 517968 h 2172003"/>
              <a:gd name="csX30" fmla="*/ 2366874 w 2657846"/>
              <a:gd name="csY30" fmla="*/ 600157 h 2172003"/>
              <a:gd name="csX31" fmla="*/ 2415512 w 2657846"/>
              <a:gd name="csY31" fmla="*/ 630977 h 2172003"/>
              <a:gd name="csX32" fmla="*/ 2493333 w 2657846"/>
              <a:gd name="csY32" fmla="*/ 672071 h 2172003"/>
              <a:gd name="csX33" fmla="*/ 2259869 w 2657846"/>
              <a:gd name="csY33" fmla="*/ 661798 h 2172003"/>
              <a:gd name="csX34" fmla="*/ 2297870 w 2657846"/>
              <a:gd name="csY34" fmla="*/ 690022 h 2172003"/>
              <a:gd name="csX35" fmla="*/ 2315098 w 2657846"/>
              <a:gd name="csY35" fmla="*/ 703035 h 2172003"/>
              <a:gd name="csX36" fmla="*/ 2220959 w 2657846"/>
              <a:gd name="csY36" fmla="*/ 692619 h 2172003"/>
              <a:gd name="csX37" fmla="*/ 2123682 w 2657846"/>
              <a:gd name="csY37" fmla="*/ 682345 h 2172003"/>
              <a:gd name="csX38" fmla="*/ 2323024 w 2657846"/>
              <a:gd name="csY38" fmla="*/ 709023 h 2172003"/>
              <a:gd name="csX39" fmla="*/ 2315098 w 2657846"/>
              <a:gd name="csY39" fmla="*/ 703035 h 2172003"/>
              <a:gd name="csX40" fmla="*/ 2343462 w 2657846"/>
              <a:gd name="csY40" fmla="*/ 706174 h 2172003"/>
              <a:gd name="csX41" fmla="*/ 2588305 w 2657846"/>
              <a:gd name="csY41" fmla="*/ 734545 h 2172003"/>
              <a:gd name="csX42" fmla="*/ 2657846 w 2657846"/>
              <a:gd name="csY42" fmla="*/ 752063 h 2172003"/>
              <a:gd name="csX43" fmla="*/ 2657846 w 2657846"/>
              <a:gd name="csY43" fmla="*/ 774631 h 2172003"/>
              <a:gd name="csX44" fmla="*/ 2630221 w 2657846"/>
              <a:gd name="csY44" fmla="*/ 772674 h 2172003"/>
              <a:gd name="csX45" fmla="*/ 2405784 w 2657846"/>
              <a:gd name="csY45" fmla="*/ 754259 h 2172003"/>
              <a:gd name="csX46" fmla="*/ 2444695 w 2657846"/>
              <a:gd name="csY46" fmla="*/ 774806 h 2172003"/>
              <a:gd name="csX47" fmla="*/ 2386329 w 2657846"/>
              <a:gd name="csY47" fmla="*/ 795353 h 2172003"/>
              <a:gd name="csX48" fmla="*/ 2493333 w 2657846"/>
              <a:gd name="csY48" fmla="*/ 836447 h 2172003"/>
              <a:gd name="csX49" fmla="*/ 2464150 w 2657846"/>
              <a:gd name="csY49" fmla="*/ 887815 h 2172003"/>
              <a:gd name="csX50" fmla="*/ 2532244 w 2657846"/>
              <a:gd name="csY50" fmla="*/ 918635 h 2172003"/>
              <a:gd name="csX51" fmla="*/ 2493333 w 2657846"/>
              <a:gd name="csY51" fmla="*/ 928909 h 2172003"/>
              <a:gd name="csX52" fmla="*/ 2512789 w 2657846"/>
              <a:gd name="csY52" fmla="*/ 949456 h 2172003"/>
              <a:gd name="csX53" fmla="*/ 2571154 w 2657846"/>
              <a:gd name="csY53" fmla="*/ 970003 h 2172003"/>
              <a:gd name="csX54" fmla="*/ 2532244 w 2657846"/>
              <a:gd name="csY54" fmla="*/ 980276 h 2172003"/>
              <a:gd name="csX55" fmla="*/ 2473878 w 2657846"/>
              <a:gd name="csY55" fmla="*/ 1011097 h 2172003"/>
              <a:gd name="csX56" fmla="*/ 2454423 w 2657846"/>
              <a:gd name="csY56" fmla="*/ 1052191 h 2172003"/>
              <a:gd name="csX57" fmla="*/ 2415512 w 2657846"/>
              <a:gd name="csY57" fmla="*/ 1103559 h 2172003"/>
              <a:gd name="csX58" fmla="*/ 2483606 w 2657846"/>
              <a:gd name="csY58" fmla="*/ 1154926 h 2172003"/>
              <a:gd name="csX59" fmla="*/ 2464188 w 2657846"/>
              <a:gd name="csY59" fmla="*/ 1163778 h 2172003"/>
              <a:gd name="csX60" fmla="*/ 2459263 w 2657846"/>
              <a:gd name="csY60" fmla="*/ 1164560 h 2172003"/>
              <a:gd name="csX61" fmla="*/ 2422128 w 2657846"/>
              <a:gd name="csY61" fmla="*/ 1160878 h 2172003"/>
              <a:gd name="csX62" fmla="*/ 2396399 w 2657846"/>
              <a:gd name="csY62" fmla="*/ 1160468 h 2172003"/>
              <a:gd name="csX63" fmla="*/ 2441154 w 2657846"/>
              <a:gd name="csY63" fmla="*/ 1167438 h 2172003"/>
              <a:gd name="csX64" fmla="*/ 2437663 w 2657846"/>
              <a:gd name="csY64" fmla="*/ 1167992 h 2172003"/>
              <a:gd name="csX65" fmla="*/ 2337691 w 2657846"/>
              <a:gd name="csY65" fmla="*/ 1165200 h 2172003"/>
              <a:gd name="csX66" fmla="*/ 2453752 w 2657846"/>
              <a:gd name="csY66" fmla="*/ 1175745 h 2172003"/>
              <a:gd name="csX67" fmla="*/ 2489863 w 2657846"/>
              <a:gd name="csY67" fmla="*/ 1175662 h 2172003"/>
              <a:gd name="csX68" fmla="*/ 2551688 w 2657846"/>
              <a:gd name="csY68" fmla="*/ 1187157 h 2172003"/>
              <a:gd name="csX69" fmla="*/ 2657060 w 2657846"/>
              <a:gd name="csY69" fmla="*/ 1216104 h 2172003"/>
              <a:gd name="csX70" fmla="*/ 2657846 w 2657846"/>
              <a:gd name="csY70" fmla="*/ 1216504 h 2172003"/>
              <a:gd name="csX71" fmla="*/ 2657846 w 2657846"/>
              <a:gd name="csY71" fmla="*/ 1247107 h 2172003"/>
              <a:gd name="csX72" fmla="*/ 2628391 w 2657846"/>
              <a:gd name="csY72" fmla="*/ 1247813 h 2172003"/>
              <a:gd name="csX73" fmla="*/ 2493333 w 2657846"/>
              <a:gd name="csY73" fmla="*/ 1247387 h 2172003"/>
              <a:gd name="csX74" fmla="*/ 2532244 w 2657846"/>
              <a:gd name="csY74" fmla="*/ 1309029 h 2172003"/>
              <a:gd name="csX75" fmla="*/ 2512789 w 2657846"/>
              <a:gd name="csY75" fmla="*/ 1370670 h 2172003"/>
              <a:gd name="csX76" fmla="*/ 2376601 w 2657846"/>
              <a:gd name="csY76" fmla="*/ 1391216 h 2172003"/>
              <a:gd name="csX77" fmla="*/ 2357146 w 2657846"/>
              <a:gd name="csY77" fmla="*/ 1422037 h 2172003"/>
              <a:gd name="csX78" fmla="*/ 2415512 w 2657846"/>
              <a:gd name="csY78" fmla="*/ 1452858 h 2172003"/>
              <a:gd name="csX79" fmla="*/ 2318235 w 2657846"/>
              <a:gd name="csY79" fmla="*/ 1483678 h 2172003"/>
              <a:gd name="csX80" fmla="*/ 2298780 w 2657846"/>
              <a:gd name="csY80" fmla="*/ 1514499 h 2172003"/>
              <a:gd name="csX81" fmla="*/ 2250142 w 2657846"/>
              <a:gd name="csY81" fmla="*/ 1524772 h 2172003"/>
              <a:gd name="csX82" fmla="*/ 2425240 w 2657846"/>
              <a:gd name="csY82" fmla="*/ 1576140 h 2172003"/>
              <a:gd name="csX83" fmla="*/ 2405784 w 2657846"/>
              <a:gd name="csY83" fmla="*/ 1606960 h 2172003"/>
              <a:gd name="csX84" fmla="*/ 2483606 w 2657846"/>
              <a:gd name="csY84" fmla="*/ 1658329 h 2172003"/>
              <a:gd name="csX85" fmla="*/ 2434967 w 2657846"/>
              <a:gd name="csY85" fmla="*/ 1678875 h 2172003"/>
              <a:gd name="csX86" fmla="*/ 2454423 w 2657846"/>
              <a:gd name="csY86" fmla="*/ 1699422 h 2172003"/>
              <a:gd name="csX87" fmla="*/ 2396057 w 2657846"/>
              <a:gd name="csY87" fmla="*/ 1730243 h 2172003"/>
              <a:gd name="csX88" fmla="*/ 2444695 w 2657846"/>
              <a:gd name="csY88" fmla="*/ 1761063 h 2172003"/>
              <a:gd name="csX89" fmla="*/ 2425240 w 2657846"/>
              <a:gd name="csY89" fmla="*/ 1791884 h 2172003"/>
              <a:gd name="csX90" fmla="*/ 2376601 w 2657846"/>
              <a:gd name="csY90" fmla="*/ 1822704 h 2172003"/>
              <a:gd name="csX91" fmla="*/ 2396057 w 2657846"/>
              <a:gd name="csY91" fmla="*/ 1853525 h 2172003"/>
              <a:gd name="csX92" fmla="*/ 2425240 w 2657846"/>
              <a:gd name="csY92" fmla="*/ 1884345 h 2172003"/>
              <a:gd name="csX93" fmla="*/ 2396057 w 2657846"/>
              <a:gd name="csY93" fmla="*/ 1915166 h 2172003"/>
              <a:gd name="csX94" fmla="*/ 2473878 w 2657846"/>
              <a:gd name="csY94" fmla="*/ 1935713 h 2172003"/>
              <a:gd name="csX95" fmla="*/ 2396057 w 2657846"/>
              <a:gd name="csY95" fmla="*/ 1945986 h 2172003"/>
              <a:gd name="csX96" fmla="*/ 2532244 w 2657846"/>
              <a:gd name="csY96" fmla="*/ 2017901 h 2172003"/>
              <a:gd name="csX97" fmla="*/ 2396057 w 2657846"/>
              <a:gd name="csY97" fmla="*/ 2028174 h 2172003"/>
              <a:gd name="csX98" fmla="*/ 2464150 w 2657846"/>
              <a:gd name="csY98" fmla="*/ 2058995 h 2172003"/>
              <a:gd name="csX99" fmla="*/ 2386329 w 2657846"/>
              <a:gd name="csY99" fmla="*/ 2079543 h 2172003"/>
              <a:gd name="csX100" fmla="*/ 2473878 w 2657846"/>
              <a:gd name="csY100" fmla="*/ 2110363 h 2172003"/>
              <a:gd name="csX101" fmla="*/ 2483606 w 2657846"/>
              <a:gd name="csY101" fmla="*/ 2141184 h 2172003"/>
              <a:gd name="csX102" fmla="*/ 2571154 w 2657846"/>
              <a:gd name="csY102" fmla="*/ 2172003 h 2172003"/>
              <a:gd name="csX103" fmla="*/ 0 w 2657846"/>
              <a:gd name="csY103" fmla="*/ 2172003 h 2172003"/>
              <a:gd name="csX104" fmla="*/ 0 w 2657846"/>
              <a:gd name="csY104" fmla="*/ 0 h 2172003"/>
              <a:gd name="csX0" fmla="*/ 320221 w 2978067"/>
              <a:gd name="csY0" fmla="*/ 161013 h 2333016"/>
              <a:gd name="csX1" fmla="*/ 2872586 w 2978067"/>
              <a:gd name="csY1" fmla="*/ 161013 h 2333016"/>
              <a:gd name="csX2" fmla="*/ 2872327 w 2978067"/>
              <a:gd name="csY2" fmla="*/ 164371 h 2333016"/>
              <a:gd name="csX3" fmla="*/ 2862193 w 2978067"/>
              <a:gd name="csY3" fmla="*/ 175579 h 2333016"/>
              <a:gd name="csX4" fmla="*/ 2589818 w 2978067"/>
              <a:gd name="csY4" fmla="*/ 206400 h 2333016"/>
              <a:gd name="csX5" fmla="*/ 2560635 w 2978067"/>
              <a:gd name="csY5" fmla="*/ 216674 h 2333016"/>
              <a:gd name="csX6" fmla="*/ 2589818 w 2978067"/>
              <a:gd name="csY6" fmla="*/ 237220 h 2333016"/>
              <a:gd name="csX7" fmla="*/ 2550907 w 2978067"/>
              <a:gd name="csY7" fmla="*/ 247494 h 2333016"/>
              <a:gd name="csX8" fmla="*/ 2813554 w 2978067"/>
              <a:gd name="csY8" fmla="*/ 288588 h 2333016"/>
              <a:gd name="csX9" fmla="*/ 2881648 w 2978067"/>
              <a:gd name="csY9" fmla="*/ 329682 h 2333016"/>
              <a:gd name="csX10" fmla="*/ 2589818 w 2978067"/>
              <a:gd name="csY10" fmla="*/ 442690 h 2333016"/>
              <a:gd name="csX11" fmla="*/ 2677367 w 2978067"/>
              <a:gd name="csY11" fmla="*/ 452964 h 2333016"/>
              <a:gd name="csX12" fmla="*/ 2881648 w 2978067"/>
              <a:gd name="csY12" fmla="*/ 463237 h 2333016"/>
              <a:gd name="csX13" fmla="*/ 2726005 w 2978067"/>
              <a:gd name="csY13" fmla="*/ 473511 h 2333016"/>
              <a:gd name="csX14" fmla="*/ 2735733 w 2978067"/>
              <a:gd name="csY14" fmla="*/ 491490 h 2333016"/>
              <a:gd name="csX15" fmla="*/ 2738554 w 2978067"/>
              <a:gd name="csY15" fmla="*/ 498938 h 2333016"/>
              <a:gd name="csX16" fmla="*/ 2696822 w 2978067"/>
              <a:gd name="csY16" fmla="*/ 483785 h 2333016"/>
              <a:gd name="csX17" fmla="*/ 2735733 w 2978067"/>
              <a:gd name="csY17" fmla="*/ 504332 h 2333016"/>
              <a:gd name="csX18" fmla="*/ 2738773 w 2978067"/>
              <a:gd name="csY18" fmla="*/ 499516 h 2333016"/>
              <a:gd name="csX19" fmla="*/ 2738554 w 2978067"/>
              <a:gd name="csY19" fmla="*/ 498938 h 2333016"/>
              <a:gd name="csX20" fmla="*/ 2750634 w 2978067"/>
              <a:gd name="csY20" fmla="*/ 503324 h 2333016"/>
              <a:gd name="csX21" fmla="*/ 2803827 w 2978067"/>
              <a:gd name="csY21" fmla="*/ 524878 h 2333016"/>
              <a:gd name="csX22" fmla="*/ 2628729 w 2978067"/>
              <a:gd name="csY22" fmla="*/ 535152 h 2333016"/>
              <a:gd name="csX23" fmla="*/ 2745461 w 2978067"/>
              <a:gd name="csY23" fmla="*/ 565973 h 2333016"/>
              <a:gd name="csX24" fmla="*/ 2716278 w 2978067"/>
              <a:gd name="csY24" fmla="*/ 586519 h 2333016"/>
              <a:gd name="csX25" fmla="*/ 2764916 w 2978067"/>
              <a:gd name="csY25" fmla="*/ 617340 h 2333016"/>
              <a:gd name="csX26" fmla="*/ 2726005 w 2978067"/>
              <a:gd name="csY26" fmla="*/ 658434 h 2333016"/>
              <a:gd name="csX27" fmla="*/ 2737518 w 2978067"/>
              <a:gd name="csY27" fmla="*/ 662570 h 2333016"/>
              <a:gd name="csX28" fmla="*/ 2696822 w 2978067"/>
              <a:gd name="csY28" fmla="*/ 658434 h 2333016"/>
              <a:gd name="csX29" fmla="*/ 2745461 w 2978067"/>
              <a:gd name="csY29" fmla="*/ 678981 h 2333016"/>
              <a:gd name="csX30" fmla="*/ 2687095 w 2978067"/>
              <a:gd name="csY30" fmla="*/ 761170 h 2333016"/>
              <a:gd name="csX31" fmla="*/ 2735733 w 2978067"/>
              <a:gd name="csY31" fmla="*/ 791990 h 2333016"/>
              <a:gd name="csX32" fmla="*/ 2813554 w 2978067"/>
              <a:gd name="csY32" fmla="*/ 833084 h 2333016"/>
              <a:gd name="csX33" fmla="*/ 2580090 w 2978067"/>
              <a:gd name="csY33" fmla="*/ 822811 h 2333016"/>
              <a:gd name="csX34" fmla="*/ 2618091 w 2978067"/>
              <a:gd name="csY34" fmla="*/ 851035 h 2333016"/>
              <a:gd name="csX35" fmla="*/ 2635319 w 2978067"/>
              <a:gd name="csY35" fmla="*/ 864048 h 2333016"/>
              <a:gd name="csX36" fmla="*/ 2541180 w 2978067"/>
              <a:gd name="csY36" fmla="*/ 853632 h 2333016"/>
              <a:gd name="csX37" fmla="*/ 2443903 w 2978067"/>
              <a:gd name="csY37" fmla="*/ 843358 h 2333016"/>
              <a:gd name="csX38" fmla="*/ 2643245 w 2978067"/>
              <a:gd name="csY38" fmla="*/ 870036 h 2333016"/>
              <a:gd name="csX39" fmla="*/ 2635319 w 2978067"/>
              <a:gd name="csY39" fmla="*/ 864048 h 2333016"/>
              <a:gd name="csX40" fmla="*/ 2663683 w 2978067"/>
              <a:gd name="csY40" fmla="*/ 867187 h 2333016"/>
              <a:gd name="csX41" fmla="*/ 2908526 w 2978067"/>
              <a:gd name="csY41" fmla="*/ 895558 h 2333016"/>
              <a:gd name="csX42" fmla="*/ 2978067 w 2978067"/>
              <a:gd name="csY42" fmla="*/ 913076 h 2333016"/>
              <a:gd name="csX43" fmla="*/ 2978067 w 2978067"/>
              <a:gd name="csY43" fmla="*/ 935644 h 2333016"/>
              <a:gd name="csX44" fmla="*/ 2950442 w 2978067"/>
              <a:gd name="csY44" fmla="*/ 933687 h 2333016"/>
              <a:gd name="csX45" fmla="*/ 2726005 w 2978067"/>
              <a:gd name="csY45" fmla="*/ 915272 h 2333016"/>
              <a:gd name="csX46" fmla="*/ 2764916 w 2978067"/>
              <a:gd name="csY46" fmla="*/ 935819 h 2333016"/>
              <a:gd name="csX47" fmla="*/ 2706550 w 2978067"/>
              <a:gd name="csY47" fmla="*/ 956366 h 2333016"/>
              <a:gd name="csX48" fmla="*/ 2813554 w 2978067"/>
              <a:gd name="csY48" fmla="*/ 997460 h 2333016"/>
              <a:gd name="csX49" fmla="*/ 2784371 w 2978067"/>
              <a:gd name="csY49" fmla="*/ 1048828 h 2333016"/>
              <a:gd name="csX50" fmla="*/ 2852465 w 2978067"/>
              <a:gd name="csY50" fmla="*/ 1079648 h 2333016"/>
              <a:gd name="csX51" fmla="*/ 2813554 w 2978067"/>
              <a:gd name="csY51" fmla="*/ 1089922 h 2333016"/>
              <a:gd name="csX52" fmla="*/ 2833010 w 2978067"/>
              <a:gd name="csY52" fmla="*/ 1110469 h 2333016"/>
              <a:gd name="csX53" fmla="*/ 2891375 w 2978067"/>
              <a:gd name="csY53" fmla="*/ 1131016 h 2333016"/>
              <a:gd name="csX54" fmla="*/ 2852465 w 2978067"/>
              <a:gd name="csY54" fmla="*/ 1141289 h 2333016"/>
              <a:gd name="csX55" fmla="*/ 2794099 w 2978067"/>
              <a:gd name="csY55" fmla="*/ 1172110 h 2333016"/>
              <a:gd name="csX56" fmla="*/ 2774644 w 2978067"/>
              <a:gd name="csY56" fmla="*/ 1213204 h 2333016"/>
              <a:gd name="csX57" fmla="*/ 2735733 w 2978067"/>
              <a:gd name="csY57" fmla="*/ 1264572 h 2333016"/>
              <a:gd name="csX58" fmla="*/ 2803827 w 2978067"/>
              <a:gd name="csY58" fmla="*/ 1315939 h 2333016"/>
              <a:gd name="csX59" fmla="*/ 2784409 w 2978067"/>
              <a:gd name="csY59" fmla="*/ 1324791 h 2333016"/>
              <a:gd name="csX60" fmla="*/ 2779484 w 2978067"/>
              <a:gd name="csY60" fmla="*/ 1325573 h 2333016"/>
              <a:gd name="csX61" fmla="*/ 2742349 w 2978067"/>
              <a:gd name="csY61" fmla="*/ 1321891 h 2333016"/>
              <a:gd name="csX62" fmla="*/ 2716620 w 2978067"/>
              <a:gd name="csY62" fmla="*/ 1321481 h 2333016"/>
              <a:gd name="csX63" fmla="*/ 2761375 w 2978067"/>
              <a:gd name="csY63" fmla="*/ 1328451 h 2333016"/>
              <a:gd name="csX64" fmla="*/ 2757884 w 2978067"/>
              <a:gd name="csY64" fmla="*/ 1329005 h 2333016"/>
              <a:gd name="csX65" fmla="*/ 2657912 w 2978067"/>
              <a:gd name="csY65" fmla="*/ 1326213 h 2333016"/>
              <a:gd name="csX66" fmla="*/ 2773973 w 2978067"/>
              <a:gd name="csY66" fmla="*/ 1336758 h 2333016"/>
              <a:gd name="csX67" fmla="*/ 2810084 w 2978067"/>
              <a:gd name="csY67" fmla="*/ 1336675 h 2333016"/>
              <a:gd name="csX68" fmla="*/ 2871909 w 2978067"/>
              <a:gd name="csY68" fmla="*/ 1348170 h 2333016"/>
              <a:gd name="csX69" fmla="*/ 2977281 w 2978067"/>
              <a:gd name="csY69" fmla="*/ 1377117 h 2333016"/>
              <a:gd name="csX70" fmla="*/ 2978067 w 2978067"/>
              <a:gd name="csY70" fmla="*/ 1377517 h 2333016"/>
              <a:gd name="csX71" fmla="*/ 2978067 w 2978067"/>
              <a:gd name="csY71" fmla="*/ 1408120 h 2333016"/>
              <a:gd name="csX72" fmla="*/ 2948612 w 2978067"/>
              <a:gd name="csY72" fmla="*/ 1408826 h 2333016"/>
              <a:gd name="csX73" fmla="*/ 2813554 w 2978067"/>
              <a:gd name="csY73" fmla="*/ 1408400 h 2333016"/>
              <a:gd name="csX74" fmla="*/ 2852465 w 2978067"/>
              <a:gd name="csY74" fmla="*/ 1470042 h 2333016"/>
              <a:gd name="csX75" fmla="*/ 2833010 w 2978067"/>
              <a:gd name="csY75" fmla="*/ 1531683 h 2333016"/>
              <a:gd name="csX76" fmla="*/ 2696822 w 2978067"/>
              <a:gd name="csY76" fmla="*/ 1552229 h 2333016"/>
              <a:gd name="csX77" fmla="*/ 2677367 w 2978067"/>
              <a:gd name="csY77" fmla="*/ 1583050 h 2333016"/>
              <a:gd name="csX78" fmla="*/ 2735733 w 2978067"/>
              <a:gd name="csY78" fmla="*/ 1613871 h 2333016"/>
              <a:gd name="csX79" fmla="*/ 2638456 w 2978067"/>
              <a:gd name="csY79" fmla="*/ 1644691 h 2333016"/>
              <a:gd name="csX80" fmla="*/ 2619001 w 2978067"/>
              <a:gd name="csY80" fmla="*/ 1675512 h 2333016"/>
              <a:gd name="csX81" fmla="*/ 2570363 w 2978067"/>
              <a:gd name="csY81" fmla="*/ 1685785 h 2333016"/>
              <a:gd name="csX82" fmla="*/ 2745461 w 2978067"/>
              <a:gd name="csY82" fmla="*/ 1737153 h 2333016"/>
              <a:gd name="csX83" fmla="*/ 2726005 w 2978067"/>
              <a:gd name="csY83" fmla="*/ 1767973 h 2333016"/>
              <a:gd name="csX84" fmla="*/ 2803827 w 2978067"/>
              <a:gd name="csY84" fmla="*/ 1819342 h 2333016"/>
              <a:gd name="csX85" fmla="*/ 2755188 w 2978067"/>
              <a:gd name="csY85" fmla="*/ 1839888 h 2333016"/>
              <a:gd name="csX86" fmla="*/ 2774644 w 2978067"/>
              <a:gd name="csY86" fmla="*/ 1860435 h 2333016"/>
              <a:gd name="csX87" fmla="*/ 2716278 w 2978067"/>
              <a:gd name="csY87" fmla="*/ 1891256 h 2333016"/>
              <a:gd name="csX88" fmla="*/ 2764916 w 2978067"/>
              <a:gd name="csY88" fmla="*/ 1922076 h 2333016"/>
              <a:gd name="csX89" fmla="*/ 2745461 w 2978067"/>
              <a:gd name="csY89" fmla="*/ 1952897 h 2333016"/>
              <a:gd name="csX90" fmla="*/ 2696822 w 2978067"/>
              <a:gd name="csY90" fmla="*/ 1983717 h 2333016"/>
              <a:gd name="csX91" fmla="*/ 2716278 w 2978067"/>
              <a:gd name="csY91" fmla="*/ 2014538 h 2333016"/>
              <a:gd name="csX92" fmla="*/ 2745461 w 2978067"/>
              <a:gd name="csY92" fmla="*/ 2045358 h 2333016"/>
              <a:gd name="csX93" fmla="*/ 2716278 w 2978067"/>
              <a:gd name="csY93" fmla="*/ 2076179 h 2333016"/>
              <a:gd name="csX94" fmla="*/ 2794099 w 2978067"/>
              <a:gd name="csY94" fmla="*/ 2096726 h 2333016"/>
              <a:gd name="csX95" fmla="*/ 2716278 w 2978067"/>
              <a:gd name="csY95" fmla="*/ 2106999 h 2333016"/>
              <a:gd name="csX96" fmla="*/ 2852465 w 2978067"/>
              <a:gd name="csY96" fmla="*/ 2178914 h 2333016"/>
              <a:gd name="csX97" fmla="*/ 2716278 w 2978067"/>
              <a:gd name="csY97" fmla="*/ 2189187 h 2333016"/>
              <a:gd name="csX98" fmla="*/ 2784371 w 2978067"/>
              <a:gd name="csY98" fmla="*/ 2220008 h 2333016"/>
              <a:gd name="csX99" fmla="*/ 2706550 w 2978067"/>
              <a:gd name="csY99" fmla="*/ 2240556 h 2333016"/>
              <a:gd name="csX100" fmla="*/ 2794099 w 2978067"/>
              <a:gd name="csY100" fmla="*/ 2271376 h 2333016"/>
              <a:gd name="csX101" fmla="*/ 2803827 w 2978067"/>
              <a:gd name="csY101" fmla="*/ 2302197 h 2333016"/>
              <a:gd name="csX102" fmla="*/ 2891375 w 2978067"/>
              <a:gd name="csY102" fmla="*/ 2333016 h 2333016"/>
              <a:gd name="csX103" fmla="*/ 320221 w 2978067"/>
              <a:gd name="csY103" fmla="*/ 2333016 h 2333016"/>
              <a:gd name="csX104" fmla="*/ 320221 w 2978067"/>
              <a:gd name="csY104" fmla="*/ 161013 h 2333016"/>
              <a:gd name="csX0" fmla="*/ 189875 w 2847721"/>
              <a:gd name="csY0" fmla="*/ 212894 h 2384897"/>
              <a:gd name="csX1" fmla="*/ 2742240 w 2847721"/>
              <a:gd name="csY1" fmla="*/ 212894 h 2384897"/>
              <a:gd name="csX2" fmla="*/ 2741981 w 2847721"/>
              <a:gd name="csY2" fmla="*/ 216252 h 2384897"/>
              <a:gd name="csX3" fmla="*/ 2731847 w 2847721"/>
              <a:gd name="csY3" fmla="*/ 227460 h 2384897"/>
              <a:gd name="csX4" fmla="*/ 2459472 w 2847721"/>
              <a:gd name="csY4" fmla="*/ 258281 h 2384897"/>
              <a:gd name="csX5" fmla="*/ 2430289 w 2847721"/>
              <a:gd name="csY5" fmla="*/ 268555 h 2384897"/>
              <a:gd name="csX6" fmla="*/ 2459472 w 2847721"/>
              <a:gd name="csY6" fmla="*/ 289101 h 2384897"/>
              <a:gd name="csX7" fmla="*/ 2420561 w 2847721"/>
              <a:gd name="csY7" fmla="*/ 299375 h 2384897"/>
              <a:gd name="csX8" fmla="*/ 2683208 w 2847721"/>
              <a:gd name="csY8" fmla="*/ 340469 h 2384897"/>
              <a:gd name="csX9" fmla="*/ 2751302 w 2847721"/>
              <a:gd name="csY9" fmla="*/ 381563 h 2384897"/>
              <a:gd name="csX10" fmla="*/ 2459472 w 2847721"/>
              <a:gd name="csY10" fmla="*/ 494571 h 2384897"/>
              <a:gd name="csX11" fmla="*/ 2547021 w 2847721"/>
              <a:gd name="csY11" fmla="*/ 504845 h 2384897"/>
              <a:gd name="csX12" fmla="*/ 2751302 w 2847721"/>
              <a:gd name="csY12" fmla="*/ 515118 h 2384897"/>
              <a:gd name="csX13" fmla="*/ 2595659 w 2847721"/>
              <a:gd name="csY13" fmla="*/ 525392 h 2384897"/>
              <a:gd name="csX14" fmla="*/ 2605387 w 2847721"/>
              <a:gd name="csY14" fmla="*/ 543371 h 2384897"/>
              <a:gd name="csX15" fmla="*/ 2608208 w 2847721"/>
              <a:gd name="csY15" fmla="*/ 550819 h 2384897"/>
              <a:gd name="csX16" fmla="*/ 2566476 w 2847721"/>
              <a:gd name="csY16" fmla="*/ 535666 h 2384897"/>
              <a:gd name="csX17" fmla="*/ 2605387 w 2847721"/>
              <a:gd name="csY17" fmla="*/ 556213 h 2384897"/>
              <a:gd name="csX18" fmla="*/ 2608427 w 2847721"/>
              <a:gd name="csY18" fmla="*/ 551397 h 2384897"/>
              <a:gd name="csX19" fmla="*/ 2608208 w 2847721"/>
              <a:gd name="csY19" fmla="*/ 550819 h 2384897"/>
              <a:gd name="csX20" fmla="*/ 2620288 w 2847721"/>
              <a:gd name="csY20" fmla="*/ 555205 h 2384897"/>
              <a:gd name="csX21" fmla="*/ 2673481 w 2847721"/>
              <a:gd name="csY21" fmla="*/ 576759 h 2384897"/>
              <a:gd name="csX22" fmla="*/ 2498383 w 2847721"/>
              <a:gd name="csY22" fmla="*/ 587033 h 2384897"/>
              <a:gd name="csX23" fmla="*/ 2615115 w 2847721"/>
              <a:gd name="csY23" fmla="*/ 617854 h 2384897"/>
              <a:gd name="csX24" fmla="*/ 2585932 w 2847721"/>
              <a:gd name="csY24" fmla="*/ 638400 h 2384897"/>
              <a:gd name="csX25" fmla="*/ 2634570 w 2847721"/>
              <a:gd name="csY25" fmla="*/ 669221 h 2384897"/>
              <a:gd name="csX26" fmla="*/ 2595659 w 2847721"/>
              <a:gd name="csY26" fmla="*/ 710315 h 2384897"/>
              <a:gd name="csX27" fmla="*/ 2607172 w 2847721"/>
              <a:gd name="csY27" fmla="*/ 714451 h 2384897"/>
              <a:gd name="csX28" fmla="*/ 2566476 w 2847721"/>
              <a:gd name="csY28" fmla="*/ 710315 h 2384897"/>
              <a:gd name="csX29" fmla="*/ 2615115 w 2847721"/>
              <a:gd name="csY29" fmla="*/ 730862 h 2384897"/>
              <a:gd name="csX30" fmla="*/ 2556749 w 2847721"/>
              <a:gd name="csY30" fmla="*/ 813051 h 2384897"/>
              <a:gd name="csX31" fmla="*/ 2605387 w 2847721"/>
              <a:gd name="csY31" fmla="*/ 843871 h 2384897"/>
              <a:gd name="csX32" fmla="*/ 2683208 w 2847721"/>
              <a:gd name="csY32" fmla="*/ 884965 h 2384897"/>
              <a:gd name="csX33" fmla="*/ 2449744 w 2847721"/>
              <a:gd name="csY33" fmla="*/ 874692 h 2384897"/>
              <a:gd name="csX34" fmla="*/ 2487745 w 2847721"/>
              <a:gd name="csY34" fmla="*/ 902916 h 2384897"/>
              <a:gd name="csX35" fmla="*/ 2504973 w 2847721"/>
              <a:gd name="csY35" fmla="*/ 915929 h 2384897"/>
              <a:gd name="csX36" fmla="*/ 2410834 w 2847721"/>
              <a:gd name="csY36" fmla="*/ 905513 h 2384897"/>
              <a:gd name="csX37" fmla="*/ 2313557 w 2847721"/>
              <a:gd name="csY37" fmla="*/ 895239 h 2384897"/>
              <a:gd name="csX38" fmla="*/ 2512899 w 2847721"/>
              <a:gd name="csY38" fmla="*/ 921917 h 2384897"/>
              <a:gd name="csX39" fmla="*/ 2504973 w 2847721"/>
              <a:gd name="csY39" fmla="*/ 915929 h 2384897"/>
              <a:gd name="csX40" fmla="*/ 2533337 w 2847721"/>
              <a:gd name="csY40" fmla="*/ 919068 h 2384897"/>
              <a:gd name="csX41" fmla="*/ 2778180 w 2847721"/>
              <a:gd name="csY41" fmla="*/ 947439 h 2384897"/>
              <a:gd name="csX42" fmla="*/ 2847721 w 2847721"/>
              <a:gd name="csY42" fmla="*/ 964957 h 2384897"/>
              <a:gd name="csX43" fmla="*/ 2847721 w 2847721"/>
              <a:gd name="csY43" fmla="*/ 987525 h 2384897"/>
              <a:gd name="csX44" fmla="*/ 2820096 w 2847721"/>
              <a:gd name="csY44" fmla="*/ 985568 h 2384897"/>
              <a:gd name="csX45" fmla="*/ 2595659 w 2847721"/>
              <a:gd name="csY45" fmla="*/ 967153 h 2384897"/>
              <a:gd name="csX46" fmla="*/ 2634570 w 2847721"/>
              <a:gd name="csY46" fmla="*/ 987700 h 2384897"/>
              <a:gd name="csX47" fmla="*/ 2576204 w 2847721"/>
              <a:gd name="csY47" fmla="*/ 1008247 h 2384897"/>
              <a:gd name="csX48" fmla="*/ 2683208 w 2847721"/>
              <a:gd name="csY48" fmla="*/ 1049341 h 2384897"/>
              <a:gd name="csX49" fmla="*/ 2654025 w 2847721"/>
              <a:gd name="csY49" fmla="*/ 1100709 h 2384897"/>
              <a:gd name="csX50" fmla="*/ 2722119 w 2847721"/>
              <a:gd name="csY50" fmla="*/ 1131529 h 2384897"/>
              <a:gd name="csX51" fmla="*/ 2683208 w 2847721"/>
              <a:gd name="csY51" fmla="*/ 1141803 h 2384897"/>
              <a:gd name="csX52" fmla="*/ 2702664 w 2847721"/>
              <a:gd name="csY52" fmla="*/ 1162350 h 2384897"/>
              <a:gd name="csX53" fmla="*/ 2761029 w 2847721"/>
              <a:gd name="csY53" fmla="*/ 1182897 h 2384897"/>
              <a:gd name="csX54" fmla="*/ 2722119 w 2847721"/>
              <a:gd name="csY54" fmla="*/ 1193170 h 2384897"/>
              <a:gd name="csX55" fmla="*/ 2663753 w 2847721"/>
              <a:gd name="csY55" fmla="*/ 1223991 h 2384897"/>
              <a:gd name="csX56" fmla="*/ 2644298 w 2847721"/>
              <a:gd name="csY56" fmla="*/ 1265085 h 2384897"/>
              <a:gd name="csX57" fmla="*/ 2605387 w 2847721"/>
              <a:gd name="csY57" fmla="*/ 1316453 h 2384897"/>
              <a:gd name="csX58" fmla="*/ 2673481 w 2847721"/>
              <a:gd name="csY58" fmla="*/ 1367820 h 2384897"/>
              <a:gd name="csX59" fmla="*/ 2654063 w 2847721"/>
              <a:gd name="csY59" fmla="*/ 1376672 h 2384897"/>
              <a:gd name="csX60" fmla="*/ 2649138 w 2847721"/>
              <a:gd name="csY60" fmla="*/ 1377454 h 2384897"/>
              <a:gd name="csX61" fmla="*/ 2612003 w 2847721"/>
              <a:gd name="csY61" fmla="*/ 1373772 h 2384897"/>
              <a:gd name="csX62" fmla="*/ 2586274 w 2847721"/>
              <a:gd name="csY62" fmla="*/ 1373362 h 2384897"/>
              <a:gd name="csX63" fmla="*/ 2631029 w 2847721"/>
              <a:gd name="csY63" fmla="*/ 1380332 h 2384897"/>
              <a:gd name="csX64" fmla="*/ 2627538 w 2847721"/>
              <a:gd name="csY64" fmla="*/ 1380886 h 2384897"/>
              <a:gd name="csX65" fmla="*/ 2527566 w 2847721"/>
              <a:gd name="csY65" fmla="*/ 1378094 h 2384897"/>
              <a:gd name="csX66" fmla="*/ 2643627 w 2847721"/>
              <a:gd name="csY66" fmla="*/ 1388639 h 2384897"/>
              <a:gd name="csX67" fmla="*/ 2679738 w 2847721"/>
              <a:gd name="csY67" fmla="*/ 1388556 h 2384897"/>
              <a:gd name="csX68" fmla="*/ 2741563 w 2847721"/>
              <a:gd name="csY68" fmla="*/ 1400051 h 2384897"/>
              <a:gd name="csX69" fmla="*/ 2846935 w 2847721"/>
              <a:gd name="csY69" fmla="*/ 1428998 h 2384897"/>
              <a:gd name="csX70" fmla="*/ 2847721 w 2847721"/>
              <a:gd name="csY70" fmla="*/ 1429398 h 2384897"/>
              <a:gd name="csX71" fmla="*/ 2847721 w 2847721"/>
              <a:gd name="csY71" fmla="*/ 1460001 h 2384897"/>
              <a:gd name="csX72" fmla="*/ 2818266 w 2847721"/>
              <a:gd name="csY72" fmla="*/ 1460707 h 2384897"/>
              <a:gd name="csX73" fmla="*/ 2683208 w 2847721"/>
              <a:gd name="csY73" fmla="*/ 1460281 h 2384897"/>
              <a:gd name="csX74" fmla="*/ 2722119 w 2847721"/>
              <a:gd name="csY74" fmla="*/ 1521923 h 2384897"/>
              <a:gd name="csX75" fmla="*/ 2702664 w 2847721"/>
              <a:gd name="csY75" fmla="*/ 1583564 h 2384897"/>
              <a:gd name="csX76" fmla="*/ 2566476 w 2847721"/>
              <a:gd name="csY76" fmla="*/ 1604110 h 2384897"/>
              <a:gd name="csX77" fmla="*/ 2547021 w 2847721"/>
              <a:gd name="csY77" fmla="*/ 1634931 h 2384897"/>
              <a:gd name="csX78" fmla="*/ 2605387 w 2847721"/>
              <a:gd name="csY78" fmla="*/ 1665752 h 2384897"/>
              <a:gd name="csX79" fmla="*/ 2508110 w 2847721"/>
              <a:gd name="csY79" fmla="*/ 1696572 h 2384897"/>
              <a:gd name="csX80" fmla="*/ 2488655 w 2847721"/>
              <a:gd name="csY80" fmla="*/ 1727393 h 2384897"/>
              <a:gd name="csX81" fmla="*/ 2440017 w 2847721"/>
              <a:gd name="csY81" fmla="*/ 1737666 h 2384897"/>
              <a:gd name="csX82" fmla="*/ 2615115 w 2847721"/>
              <a:gd name="csY82" fmla="*/ 1789034 h 2384897"/>
              <a:gd name="csX83" fmla="*/ 2595659 w 2847721"/>
              <a:gd name="csY83" fmla="*/ 1819854 h 2384897"/>
              <a:gd name="csX84" fmla="*/ 2673481 w 2847721"/>
              <a:gd name="csY84" fmla="*/ 1871223 h 2384897"/>
              <a:gd name="csX85" fmla="*/ 2624842 w 2847721"/>
              <a:gd name="csY85" fmla="*/ 1891769 h 2384897"/>
              <a:gd name="csX86" fmla="*/ 2644298 w 2847721"/>
              <a:gd name="csY86" fmla="*/ 1912316 h 2384897"/>
              <a:gd name="csX87" fmla="*/ 2585932 w 2847721"/>
              <a:gd name="csY87" fmla="*/ 1943137 h 2384897"/>
              <a:gd name="csX88" fmla="*/ 2634570 w 2847721"/>
              <a:gd name="csY88" fmla="*/ 1973957 h 2384897"/>
              <a:gd name="csX89" fmla="*/ 2615115 w 2847721"/>
              <a:gd name="csY89" fmla="*/ 2004778 h 2384897"/>
              <a:gd name="csX90" fmla="*/ 2566476 w 2847721"/>
              <a:gd name="csY90" fmla="*/ 2035598 h 2384897"/>
              <a:gd name="csX91" fmla="*/ 2585932 w 2847721"/>
              <a:gd name="csY91" fmla="*/ 2066419 h 2384897"/>
              <a:gd name="csX92" fmla="*/ 2615115 w 2847721"/>
              <a:gd name="csY92" fmla="*/ 2097239 h 2384897"/>
              <a:gd name="csX93" fmla="*/ 2585932 w 2847721"/>
              <a:gd name="csY93" fmla="*/ 2128060 h 2384897"/>
              <a:gd name="csX94" fmla="*/ 2663753 w 2847721"/>
              <a:gd name="csY94" fmla="*/ 2148607 h 2384897"/>
              <a:gd name="csX95" fmla="*/ 2585932 w 2847721"/>
              <a:gd name="csY95" fmla="*/ 2158880 h 2384897"/>
              <a:gd name="csX96" fmla="*/ 2722119 w 2847721"/>
              <a:gd name="csY96" fmla="*/ 2230795 h 2384897"/>
              <a:gd name="csX97" fmla="*/ 2585932 w 2847721"/>
              <a:gd name="csY97" fmla="*/ 2241068 h 2384897"/>
              <a:gd name="csX98" fmla="*/ 2654025 w 2847721"/>
              <a:gd name="csY98" fmla="*/ 2271889 h 2384897"/>
              <a:gd name="csX99" fmla="*/ 2576204 w 2847721"/>
              <a:gd name="csY99" fmla="*/ 2292437 h 2384897"/>
              <a:gd name="csX100" fmla="*/ 2663753 w 2847721"/>
              <a:gd name="csY100" fmla="*/ 2323257 h 2384897"/>
              <a:gd name="csX101" fmla="*/ 2673481 w 2847721"/>
              <a:gd name="csY101" fmla="*/ 2354078 h 2384897"/>
              <a:gd name="csX102" fmla="*/ 2761029 w 2847721"/>
              <a:gd name="csY102" fmla="*/ 2384897 h 2384897"/>
              <a:gd name="csX103" fmla="*/ 189875 w 2847721"/>
              <a:gd name="csY103" fmla="*/ 2384897 h 2384897"/>
              <a:gd name="csX104" fmla="*/ 189875 w 2847721"/>
              <a:gd name="csY104" fmla="*/ 212894 h 2384897"/>
              <a:gd name="csX0" fmla="*/ 189875 w 2847721"/>
              <a:gd name="csY0" fmla="*/ 212894 h 2384897"/>
              <a:gd name="csX1" fmla="*/ 2742240 w 2847721"/>
              <a:gd name="csY1" fmla="*/ 212894 h 2384897"/>
              <a:gd name="csX2" fmla="*/ 2741981 w 2847721"/>
              <a:gd name="csY2" fmla="*/ 216252 h 2384897"/>
              <a:gd name="csX3" fmla="*/ 2731847 w 2847721"/>
              <a:gd name="csY3" fmla="*/ 227460 h 2384897"/>
              <a:gd name="csX4" fmla="*/ 2459472 w 2847721"/>
              <a:gd name="csY4" fmla="*/ 258281 h 2384897"/>
              <a:gd name="csX5" fmla="*/ 2430289 w 2847721"/>
              <a:gd name="csY5" fmla="*/ 268555 h 2384897"/>
              <a:gd name="csX6" fmla="*/ 2459472 w 2847721"/>
              <a:gd name="csY6" fmla="*/ 289101 h 2384897"/>
              <a:gd name="csX7" fmla="*/ 2420561 w 2847721"/>
              <a:gd name="csY7" fmla="*/ 299375 h 2384897"/>
              <a:gd name="csX8" fmla="*/ 2683208 w 2847721"/>
              <a:gd name="csY8" fmla="*/ 340469 h 2384897"/>
              <a:gd name="csX9" fmla="*/ 2751302 w 2847721"/>
              <a:gd name="csY9" fmla="*/ 381563 h 2384897"/>
              <a:gd name="csX10" fmla="*/ 2459472 w 2847721"/>
              <a:gd name="csY10" fmla="*/ 494571 h 2384897"/>
              <a:gd name="csX11" fmla="*/ 2547021 w 2847721"/>
              <a:gd name="csY11" fmla="*/ 504845 h 2384897"/>
              <a:gd name="csX12" fmla="*/ 2751302 w 2847721"/>
              <a:gd name="csY12" fmla="*/ 515118 h 2384897"/>
              <a:gd name="csX13" fmla="*/ 2595659 w 2847721"/>
              <a:gd name="csY13" fmla="*/ 525392 h 2384897"/>
              <a:gd name="csX14" fmla="*/ 2605387 w 2847721"/>
              <a:gd name="csY14" fmla="*/ 543371 h 2384897"/>
              <a:gd name="csX15" fmla="*/ 2608208 w 2847721"/>
              <a:gd name="csY15" fmla="*/ 550819 h 2384897"/>
              <a:gd name="csX16" fmla="*/ 2566476 w 2847721"/>
              <a:gd name="csY16" fmla="*/ 535666 h 2384897"/>
              <a:gd name="csX17" fmla="*/ 2605387 w 2847721"/>
              <a:gd name="csY17" fmla="*/ 556213 h 2384897"/>
              <a:gd name="csX18" fmla="*/ 2608427 w 2847721"/>
              <a:gd name="csY18" fmla="*/ 551397 h 2384897"/>
              <a:gd name="csX19" fmla="*/ 2608208 w 2847721"/>
              <a:gd name="csY19" fmla="*/ 550819 h 2384897"/>
              <a:gd name="csX20" fmla="*/ 2620288 w 2847721"/>
              <a:gd name="csY20" fmla="*/ 555205 h 2384897"/>
              <a:gd name="csX21" fmla="*/ 2673481 w 2847721"/>
              <a:gd name="csY21" fmla="*/ 576759 h 2384897"/>
              <a:gd name="csX22" fmla="*/ 2498383 w 2847721"/>
              <a:gd name="csY22" fmla="*/ 587033 h 2384897"/>
              <a:gd name="csX23" fmla="*/ 2615115 w 2847721"/>
              <a:gd name="csY23" fmla="*/ 617854 h 2384897"/>
              <a:gd name="csX24" fmla="*/ 2585932 w 2847721"/>
              <a:gd name="csY24" fmla="*/ 638400 h 2384897"/>
              <a:gd name="csX25" fmla="*/ 2634570 w 2847721"/>
              <a:gd name="csY25" fmla="*/ 669221 h 2384897"/>
              <a:gd name="csX26" fmla="*/ 2595659 w 2847721"/>
              <a:gd name="csY26" fmla="*/ 710315 h 2384897"/>
              <a:gd name="csX27" fmla="*/ 2607172 w 2847721"/>
              <a:gd name="csY27" fmla="*/ 714451 h 2384897"/>
              <a:gd name="csX28" fmla="*/ 2566476 w 2847721"/>
              <a:gd name="csY28" fmla="*/ 710315 h 2384897"/>
              <a:gd name="csX29" fmla="*/ 2615115 w 2847721"/>
              <a:gd name="csY29" fmla="*/ 730862 h 2384897"/>
              <a:gd name="csX30" fmla="*/ 2556749 w 2847721"/>
              <a:gd name="csY30" fmla="*/ 813051 h 2384897"/>
              <a:gd name="csX31" fmla="*/ 2605387 w 2847721"/>
              <a:gd name="csY31" fmla="*/ 843871 h 2384897"/>
              <a:gd name="csX32" fmla="*/ 2683208 w 2847721"/>
              <a:gd name="csY32" fmla="*/ 884965 h 2384897"/>
              <a:gd name="csX33" fmla="*/ 2449744 w 2847721"/>
              <a:gd name="csY33" fmla="*/ 874692 h 2384897"/>
              <a:gd name="csX34" fmla="*/ 2487745 w 2847721"/>
              <a:gd name="csY34" fmla="*/ 902916 h 2384897"/>
              <a:gd name="csX35" fmla="*/ 2504973 w 2847721"/>
              <a:gd name="csY35" fmla="*/ 915929 h 2384897"/>
              <a:gd name="csX36" fmla="*/ 2410834 w 2847721"/>
              <a:gd name="csY36" fmla="*/ 905513 h 2384897"/>
              <a:gd name="csX37" fmla="*/ 2313557 w 2847721"/>
              <a:gd name="csY37" fmla="*/ 895239 h 2384897"/>
              <a:gd name="csX38" fmla="*/ 2512899 w 2847721"/>
              <a:gd name="csY38" fmla="*/ 921917 h 2384897"/>
              <a:gd name="csX39" fmla="*/ 2504973 w 2847721"/>
              <a:gd name="csY39" fmla="*/ 915929 h 2384897"/>
              <a:gd name="csX40" fmla="*/ 2533337 w 2847721"/>
              <a:gd name="csY40" fmla="*/ 919068 h 2384897"/>
              <a:gd name="csX41" fmla="*/ 2778180 w 2847721"/>
              <a:gd name="csY41" fmla="*/ 947439 h 2384897"/>
              <a:gd name="csX42" fmla="*/ 2847721 w 2847721"/>
              <a:gd name="csY42" fmla="*/ 964957 h 2384897"/>
              <a:gd name="csX43" fmla="*/ 2847721 w 2847721"/>
              <a:gd name="csY43" fmla="*/ 987525 h 2384897"/>
              <a:gd name="csX44" fmla="*/ 2820096 w 2847721"/>
              <a:gd name="csY44" fmla="*/ 985568 h 2384897"/>
              <a:gd name="csX45" fmla="*/ 2595659 w 2847721"/>
              <a:gd name="csY45" fmla="*/ 967153 h 2384897"/>
              <a:gd name="csX46" fmla="*/ 2634570 w 2847721"/>
              <a:gd name="csY46" fmla="*/ 987700 h 2384897"/>
              <a:gd name="csX47" fmla="*/ 2576204 w 2847721"/>
              <a:gd name="csY47" fmla="*/ 1008247 h 2384897"/>
              <a:gd name="csX48" fmla="*/ 2683208 w 2847721"/>
              <a:gd name="csY48" fmla="*/ 1049341 h 2384897"/>
              <a:gd name="csX49" fmla="*/ 2654025 w 2847721"/>
              <a:gd name="csY49" fmla="*/ 1100709 h 2384897"/>
              <a:gd name="csX50" fmla="*/ 2722119 w 2847721"/>
              <a:gd name="csY50" fmla="*/ 1131529 h 2384897"/>
              <a:gd name="csX51" fmla="*/ 2683208 w 2847721"/>
              <a:gd name="csY51" fmla="*/ 1141803 h 2384897"/>
              <a:gd name="csX52" fmla="*/ 2702664 w 2847721"/>
              <a:gd name="csY52" fmla="*/ 1162350 h 2384897"/>
              <a:gd name="csX53" fmla="*/ 2761029 w 2847721"/>
              <a:gd name="csY53" fmla="*/ 1182897 h 2384897"/>
              <a:gd name="csX54" fmla="*/ 2722119 w 2847721"/>
              <a:gd name="csY54" fmla="*/ 1193170 h 2384897"/>
              <a:gd name="csX55" fmla="*/ 2663753 w 2847721"/>
              <a:gd name="csY55" fmla="*/ 1223991 h 2384897"/>
              <a:gd name="csX56" fmla="*/ 2644298 w 2847721"/>
              <a:gd name="csY56" fmla="*/ 1265085 h 2384897"/>
              <a:gd name="csX57" fmla="*/ 2605387 w 2847721"/>
              <a:gd name="csY57" fmla="*/ 1316453 h 2384897"/>
              <a:gd name="csX58" fmla="*/ 2673481 w 2847721"/>
              <a:gd name="csY58" fmla="*/ 1367820 h 2384897"/>
              <a:gd name="csX59" fmla="*/ 2654063 w 2847721"/>
              <a:gd name="csY59" fmla="*/ 1376672 h 2384897"/>
              <a:gd name="csX60" fmla="*/ 2649138 w 2847721"/>
              <a:gd name="csY60" fmla="*/ 1377454 h 2384897"/>
              <a:gd name="csX61" fmla="*/ 2612003 w 2847721"/>
              <a:gd name="csY61" fmla="*/ 1373772 h 2384897"/>
              <a:gd name="csX62" fmla="*/ 2586274 w 2847721"/>
              <a:gd name="csY62" fmla="*/ 1373362 h 2384897"/>
              <a:gd name="csX63" fmla="*/ 2631029 w 2847721"/>
              <a:gd name="csY63" fmla="*/ 1380332 h 2384897"/>
              <a:gd name="csX64" fmla="*/ 2627538 w 2847721"/>
              <a:gd name="csY64" fmla="*/ 1380886 h 2384897"/>
              <a:gd name="csX65" fmla="*/ 2527566 w 2847721"/>
              <a:gd name="csY65" fmla="*/ 1378094 h 2384897"/>
              <a:gd name="csX66" fmla="*/ 2643627 w 2847721"/>
              <a:gd name="csY66" fmla="*/ 1388639 h 2384897"/>
              <a:gd name="csX67" fmla="*/ 2679738 w 2847721"/>
              <a:gd name="csY67" fmla="*/ 1388556 h 2384897"/>
              <a:gd name="csX68" fmla="*/ 2741563 w 2847721"/>
              <a:gd name="csY68" fmla="*/ 1400051 h 2384897"/>
              <a:gd name="csX69" fmla="*/ 2846935 w 2847721"/>
              <a:gd name="csY69" fmla="*/ 1428998 h 2384897"/>
              <a:gd name="csX70" fmla="*/ 2847721 w 2847721"/>
              <a:gd name="csY70" fmla="*/ 1429398 h 2384897"/>
              <a:gd name="csX71" fmla="*/ 2847721 w 2847721"/>
              <a:gd name="csY71" fmla="*/ 1460001 h 2384897"/>
              <a:gd name="csX72" fmla="*/ 2818266 w 2847721"/>
              <a:gd name="csY72" fmla="*/ 1460707 h 2384897"/>
              <a:gd name="csX73" fmla="*/ 2683208 w 2847721"/>
              <a:gd name="csY73" fmla="*/ 1460281 h 2384897"/>
              <a:gd name="csX74" fmla="*/ 2722119 w 2847721"/>
              <a:gd name="csY74" fmla="*/ 1521923 h 2384897"/>
              <a:gd name="csX75" fmla="*/ 2702664 w 2847721"/>
              <a:gd name="csY75" fmla="*/ 1583564 h 2384897"/>
              <a:gd name="csX76" fmla="*/ 2566476 w 2847721"/>
              <a:gd name="csY76" fmla="*/ 1604110 h 2384897"/>
              <a:gd name="csX77" fmla="*/ 2547021 w 2847721"/>
              <a:gd name="csY77" fmla="*/ 1634931 h 2384897"/>
              <a:gd name="csX78" fmla="*/ 2605387 w 2847721"/>
              <a:gd name="csY78" fmla="*/ 1665752 h 2384897"/>
              <a:gd name="csX79" fmla="*/ 2508110 w 2847721"/>
              <a:gd name="csY79" fmla="*/ 1696572 h 2384897"/>
              <a:gd name="csX80" fmla="*/ 2488655 w 2847721"/>
              <a:gd name="csY80" fmla="*/ 1727393 h 2384897"/>
              <a:gd name="csX81" fmla="*/ 2440017 w 2847721"/>
              <a:gd name="csY81" fmla="*/ 1737666 h 2384897"/>
              <a:gd name="csX82" fmla="*/ 2615115 w 2847721"/>
              <a:gd name="csY82" fmla="*/ 1789034 h 2384897"/>
              <a:gd name="csX83" fmla="*/ 2595659 w 2847721"/>
              <a:gd name="csY83" fmla="*/ 1819854 h 2384897"/>
              <a:gd name="csX84" fmla="*/ 2673481 w 2847721"/>
              <a:gd name="csY84" fmla="*/ 1871223 h 2384897"/>
              <a:gd name="csX85" fmla="*/ 2624842 w 2847721"/>
              <a:gd name="csY85" fmla="*/ 1891769 h 2384897"/>
              <a:gd name="csX86" fmla="*/ 2644298 w 2847721"/>
              <a:gd name="csY86" fmla="*/ 1912316 h 2384897"/>
              <a:gd name="csX87" fmla="*/ 2585932 w 2847721"/>
              <a:gd name="csY87" fmla="*/ 1943137 h 2384897"/>
              <a:gd name="csX88" fmla="*/ 2634570 w 2847721"/>
              <a:gd name="csY88" fmla="*/ 1973957 h 2384897"/>
              <a:gd name="csX89" fmla="*/ 2615115 w 2847721"/>
              <a:gd name="csY89" fmla="*/ 2004778 h 2384897"/>
              <a:gd name="csX90" fmla="*/ 2566476 w 2847721"/>
              <a:gd name="csY90" fmla="*/ 2035598 h 2384897"/>
              <a:gd name="csX91" fmla="*/ 2585932 w 2847721"/>
              <a:gd name="csY91" fmla="*/ 2066419 h 2384897"/>
              <a:gd name="csX92" fmla="*/ 2615115 w 2847721"/>
              <a:gd name="csY92" fmla="*/ 2097239 h 2384897"/>
              <a:gd name="csX93" fmla="*/ 2585932 w 2847721"/>
              <a:gd name="csY93" fmla="*/ 2128060 h 2384897"/>
              <a:gd name="csX94" fmla="*/ 2663753 w 2847721"/>
              <a:gd name="csY94" fmla="*/ 2148607 h 2384897"/>
              <a:gd name="csX95" fmla="*/ 2585932 w 2847721"/>
              <a:gd name="csY95" fmla="*/ 2158880 h 2384897"/>
              <a:gd name="csX96" fmla="*/ 2722119 w 2847721"/>
              <a:gd name="csY96" fmla="*/ 2230795 h 2384897"/>
              <a:gd name="csX97" fmla="*/ 2585932 w 2847721"/>
              <a:gd name="csY97" fmla="*/ 2241068 h 2384897"/>
              <a:gd name="csX98" fmla="*/ 2654025 w 2847721"/>
              <a:gd name="csY98" fmla="*/ 2271889 h 2384897"/>
              <a:gd name="csX99" fmla="*/ 2576204 w 2847721"/>
              <a:gd name="csY99" fmla="*/ 2292437 h 2384897"/>
              <a:gd name="csX100" fmla="*/ 2663753 w 2847721"/>
              <a:gd name="csY100" fmla="*/ 2323257 h 2384897"/>
              <a:gd name="csX101" fmla="*/ 2673481 w 2847721"/>
              <a:gd name="csY101" fmla="*/ 2354078 h 2384897"/>
              <a:gd name="csX102" fmla="*/ 2761029 w 2847721"/>
              <a:gd name="csY102" fmla="*/ 2384897 h 2384897"/>
              <a:gd name="csX103" fmla="*/ 189875 w 2847721"/>
              <a:gd name="csY103" fmla="*/ 2384897 h 2384897"/>
              <a:gd name="csX104" fmla="*/ 189875 w 2847721"/>
              <a:gd name="csY104" fmla="*/ 212894 h 2384897"/>
              <a:gd name="csX0" fmla="*/ 16952 w 2674798"/>
              <a:gd name="csY0" fmla="*/ 212894 h 2384897"/>
              <a:gd name="csX1" fmla="*/ 2569317 w 2674798"/>
              <a:gd name="csY1" fmla="*/ 212894 h 2384897"/>
              <a:gd name="csX2" fmla="*/ 2569058 w 2674798"/>
              <a:gd name="csY2" fmla="*/ 216252 h 2384897"/>
              <a:gd name="csX3" fmla="*/ 2558924 w 2674798"/>
              <a:gd name="csY3" fmla="*/ 227460 h 2384897"/>
              <a:gd name="csX4" fmla="*/ 2286549 w 2674798"/>
              <a:gd name="csY4" fmla="*/ 258281 h 2384897"/>
              <a:gd name="csX5" fmla="*/ 2257366 w 2674798"/>
              <a:gd name="csY5" fmla="*/ 268555 h 2384897"/>
              <a:gd name="csX6" fmla="*/ 2286549 w 2674798"/>
              <a:gd name="csY6" fmla="*/ 289101 h 2384897"/>
              <a:gd name="csX7" fmla="*/ 2247638 w 2674798"/>
              <a:gd name="csY7" fmla="*/ 299375 h 2384897"/>
              <a:gd name="csX8" fmla="*/ 2510285 w 2674798"/>
              <a:gd name="csY8" fmla="*/ 340469 h 2384897"/>
              <a:gd name="csX9" fmla="*/ 2578379 w 2674798"/>
              <a:gd name="csY9" fmla="*/ 381563 h 2384897"/>
              <a:gd name="csX10" fmla="*/ 2286549 w 2674798"/>
              <a:gd name="csY10" fmla="*/ 494571 h 2384897"/>
              <a:gd name="csX11" fmla="*/ 2374098 w 2674798"/>
              <a:gd name="csY11" fmla="*/ 504845 h 2384897"/>
              <a:gd name="csX12" fmla="*/ 2578379 w 2674798"/>
              <a:gd name="csY12" fmla="*/ 515118 h 2384897"/>
              <a:gd name="csX13" fmla="*/ 2422736 w 2674798"/>
              <a:gd name="csY13" fmla="*/ 525392 h 2384897"/>
              <a:gd name="csX14" fmla="*/ 2432464 w 2674798"/>
              <a:gd name="csY14" fmla="*/ 543371 h 2384897"/>
              <a:gd name="csX15" fmla="*/ 2435285 w 2674798"/>
              <a:gd name="csY15" fmla="*/ 550819 h 2384897"/>
              <a:gd name="csX16" fmla="*/ 2393553 w 2674798"/>
              <a:gd name="csY16" fmla="*/ 535666 h 2384897"/>
              <a:gd name="csX17" fmla="*/ 2432464 w 2674798"/>
              <a:gd name="csY17" fmla="*/ 556213 h 2384897"/>
              <a:gd name="csX18" fmla="*/ 2435504 w 2674798"/>
              <a:gd name="csY18" fmla="*/ 551397 h 2384897"/>
              <a:gd name="csX19" fmla="*/ 2435285 w 2674798"/>
              <a:gd name="csY19" fmla="*/ 550819 h 2384897"/>
              <a:gd name="csX20" fmla="*/ 2447365 w 2674798"/>
              <a:gd name="csY20" fmla="*/ 555205 h 2384897"/>
              <a:gd name="csX21" fmla="*/ 2500558 w 2674798"/>
              <a:gd name="csY21" fmla="*/ 576759 h 2384897"/>
              <a:gd name="csX22" fmla="*/ 2325460 w 2674798"/>
              <a:gd name="csY22" fmla="*/ 587033 h 2384897"/>
              <a:gd name="csX23" fmla="*/ 2442192 w 2674798"/>
              <a:gd name="csY23" fmla="*/ 617854 h 2384897"/>
              <a:gd name="csX24" fmla="*/ 2413009 w 2674798"/>
              <a:gd name="csY24" fmla="*/ 638400 h 2384897"/>
              <a:gd name="csX25" fmla="*/ 2461647 w 2674798"/>
              <a:gd name="csY25" fmla="*/ 669221 h 2384897"/>
              <a:gd name="csX26" fmla="*/ 2422736 w 2674798"/>
              <a:gd name="csY26" fmla="*/ 710315 h 2384897"/>
              <a:gd name="csX27" fmla="*/ 2434249 w 2674798"/>
              <a:gd name="csY27" fmla="*/ 714451 h 2384897"/>
              <a:gd name="csX28" fmla="*/ 2393553 w 2674798"/>
              <a:gd name="csY28" fmla="*/ 710315 h 2384897"/>
              <a:gd name="csX29" fmla="*/ 2442192 w 2674798"/>
              <a:gd name="csY29" fmla="*/ 730862 h 2384897"/>
              <a:gd name="csX30" fmla="*/ 2383826 w 2674798"/>
              <a:gd name="csY30" fmla="*/ 813051 h 2384897"/>
              <a:gd name="csX31" fmla="*/ 2432464 w 2674798"/>
              <a:gd name="csY31" fmla="*/ 843871 h 2384897"/>
              <a:gd name="csX32" fmla="*/ 2510285 w 2674798"/>
              <a:gd name="csY32" fmla="*/ 884965 h 2384897"/>
              <a:gd name="csX33" fmla="*/ 2276821 w 2674798"/>
              <a:gd name="csY33" fmla="*/ 874692 h 2384897"/>
              <a:gd name="csX34" fmla="*/ 2314822 w 2674798"/>
              <a:gd name="csY34" fmla="*/ 902916 h 2384897"/>
              <a:gd name="csX35" fmla="*/ 2332050 w 2674798"/>
              <a:gd name="csY35" fmla="*/ 915929 h 2384897"/>
              <a:gd name="csX36" fmla="*/ 2237911 w 2674798"/>
              <a:gd name="csY36" fmla="*/ 905513 h 2384897"/>
              <a:gd name="csX37" fmla="*/ 2140634 w 2674798"/>
              <a:gd name="csY37" fmla="*/ 895239 h 2384897"/>
              <a:gd name="csX38" fmla="*/ 2339976 w 2674798"/>
              <a:gd name="csY38" fmla="*/ 921917 h 2384897"/>
              <a:gd name="csX39" fmla="*/ 2332050 w 2674798"/>
              <a:gd name="csY39" fmla="*/ 915929 h 2384897"/>
              <a:gd name="csX40" fmla="*/ 2360414 w 2674798"/>
              <a:gd name="csY40" fmla="*/ 919068 h 2384897"/>
              <a:gd name="csX41" fmla="*/ 2605257 w 2674798"/>
              <a:gd name="csY41" fmla="*/ 947439 h 2384897"/>
              <a:gd name="csX42" fmla="*/ 2674798 w 2674798"/>
              <a:gd name="csY42" fmla="*/ 964957 h 2384897"/>
              <a:gd name="csX43" fmla="*/ 2674798 w 2674798"/>
              <a:gd name="csY43" fmla="*/ 987525 h 2384897"/>
              <a:gd name="csX44" fmla="*/ 2647173 w 2674798"/>
              <a:gd name="csY44" fmla="*/ 985568 h 2384897"/>
              <a:gd name="csX45" fmla="*/ 2422736 w 2674798"/>
              <a:gd name="csY45" fmla="*/ 967153 h 2384897"/>
              <a:gd name="csX46" fmla="*/ 2461647 w 2674798"/>
              <a:gd name="csY46" fmla="*/ 987700 h 2384897"/>
              <a:gd name="csX47" fmla="*/ 2403281 w 2674798"/>
              <a:gd name="csY47" fmla="*/ 1008247 h 2384897"/>
              <a:gd name="csX48" fmla="*/ 2510285 w 2674798"/>
              <a:gd name="csY48" fmla="*/ 1049341 h 2384897"/>
              <a:gd name="csX49" fmla="*/ 2481102 w 2674798"/>
              <a:gd name="csY49" fmla="*/ 1100709 h 2384897"/>
              <a:gd name="csX50" fmla="*/ 2549196 w 2674798"/>
              <a:gd name="csY50" fmla="*/ 1131529 h 2384897"/>
              <a:gd name="csX51" fmla="*/ 2510285 w 2674798"/>
              <a:gd name="csY51" fmla="*/ 1141803 h 2384897"/>
              <a:gd name="csX52" fmla="*/ 2529741 w 2674798"/>
              <a:gd name="csY52" fmla="*/ 1162350 h 2384897"/>
              <a:gd name="csX53" fmla="*/ 2588106 w 2674798"/>
              <a:gd name="csY53" fmla="*/ 1182897 h 2384897"/>
              <a:gd name="csX54" fmla="*/ 2549196 w 2674798"/>
              <a:gd name="csY54" fmla="*/ 1193170 h 2384897"/>
              <a:gd name="csX55" fmla="*/ 2490830 w 2674798"/>
              <a:gd name="csY55" fmla="*/ 1223991 h 2384897"/>
              <a:gd name="csX56" fmla="*/ 2471375 w 2674798"/>
              <a:gd name="csY56" fmla="*/ 1265085 h 2384897"/>
              <a:gd name="csX57" fmla="*/ 2432464 w 2674798"/>
              <a:gd name="csY57" fmla="*/ 1316453 h 2384897"/>
              <a:gd name="csX58" fmla="*/ 2500558 w 2674798"/>
              <a:gd name="csY58" fmla="*/ 1367820 h 2384897"/>
              <a:gd name="csX59" fmla="*/ 2481140 w 2674798"/>
              <a:gd name="csY59" fmla="*/ 1376672 h 2384897"/>
              <a:gd name="csX60" fmla="*/ 2476215 w 2674798"/>
              <a:gd name="csY60" fmla="*/ 1377454 h 2384897"/>
              <a:gd name="csX61" fmla="*/ 2439080 w 2674798"/>
              <a:gd name="csY61" fmla="*/ 1373772 h 2384897"/>
              <a:gd name="csX62" fmla="*/ 2413351 w 2674798"/>
              <a:gd name="csY62" fmla="*/ 1373362 h 2384897"/>
              <a:gd name="csX63" fmla="*/ 2458106 w 2674798"/>
              <a:gd name="csY63" fmla="*/ 1380332 h 2384897"/>
              <a:gd name="csX64" fmla="*/ 2454615 w 2674798"/>
              <a:gd name="csY64" fmla="*/ 1380886 h 2384897"/>
              <a:gd name="csX65" fmla="*/ 2354643 w 2674798"/>
              <a:gd name="csY65" fmla="*/ 1378094 h 2384897"/>
              <a:gd name="csX66" fmla="*/ 2470704 w 2674798"/>
              <a:gd name="csY66" fmla="*/ 1388639 h 2384897"/>
              <a:gd name="csX67" fmla="*/ 2506815 w 2674798"/>
              <a:gd name="csY67" fmla="*/ 1388556 h 2384897"/>
              <a:gd name="csX68" fmla="*/ 2568640 w 2674798"/>
              <a:gd name="csY68" fmla="*/ 1400051 h 2384897"/>
              <a:gd name="csX69" fmla="*/ 2674012 w 2674798"/>
              <a:gd name="csY69" fmla="*/ 1428998 h 2384897"/>
              <a:gd name="csX70" fmla="*/ 2674798 w 2674798"/>
              <a:gd name="csY70" fmla="*/ 1429398 h 2384897"/>
              <a:gd name="csX71" fmla="*/ 2674798 w 2674798"/>
              <a:gd name="csY71" fmla="*/ 1460001 h 2384897"/>
              <a:gd name="csX72" fmla="*/ 2645343 w 2674798"/>
              <a:gd name="csY72" fmla="*/ 1460707 h 2384897"/>
              <a:gd name="csX73" fmla="*/ 2510285 w 2674798"/>
              <a:gd name="csY73" fmla="*/ 1460281 h 2384897"/>
              <a:gd name="csX74" fmla="*/ 2549196 w 2674798"/>
              <a:gd name="csY74" fmla="*/ 1521923 h 2384897"/>
              <a:gd name="csX75" fmla="*/ 2529741 w 2674798"/>
              <a:gd name="csY75" fmla="*/ 1583564 h 2384897"/>
              <a:gd name="csX76" fmla="*/ 2393553 w 2674798"/>
              <a:gd name="csY76" fmla="*/ 1604110 h 2384897"/>
              <a:gd name="csX77" fmla="*/ 2374098 w 2674798"/>
              <a:gd name="csY77" fmla="*/ 1634931 h 2384897"/>
              <a:gd name="csX78" fmla="*/ 2432464 w 2674798"/>
              <a:gd name="csY78" fmla="*/ 1665752 h 2384897"/>
              <a:gd name="csX79" fmla="*/ 2335187 w 2674798"/>
              <a:gd name="csY79" fmla="*/ 1696572 h 2384897"/>
              <a:gd name="csX80" fmla="*/ 2315732 w 2674798"/>
              <a:gd name="csY80" fmla="*/ 1727393 h 2384897"/>
              <a:gd name="csX81" fmla="*/ 2267094 w 2674798"/>
              <a:gd name="csY81" fmla="*/ 1737666 h 2384897"/>
              <a:gd name="csX82" fmla="*/ 2442192 w 2674798"/>
              <a:gd name="csY82" fmla="*/ 1789034 h 2384897"/>
              <a:gd name="csX83" fmla="*/ 2422736 w 2674798"/>
              <a:gd name="csY83" fmla="*/ 1819854 h 2384897"/>
              <a:gd name="csX84" fmla="*/ 2500558 w 2674798"/>
              <a:gd name="csY84" fmla="*/ 1871223 h 2384897"/>
              <a:gd name="csX85" fmla="*/ 2451919 w 2674798"/>
              <a:gd name="csY85" fmla="*/ 1891769 h 2384897"/>
              <a:gd name="csX86" fmla="*/ 2471375 w 2674798"/>
              <a:gd name="csY86" fmla="*/ 1912316 h 2384897"/>
              <a:gd name="csX87" fmla="*/ 2413009 w 2674798"/>
              <a:gd name="csY87" fmla="*/ 1943137 h 2384897"/>
              <a:gd name="csX88" fmla="*/ 2461647 w 2674798"/>
              <a:gd name="csY88" fmla="*/ 1973957 h 2384897"/>
              <a:gd name="csX89" fmla="*/ 2442192 w 2674798"/>
              <a:gd name="csY89" fmla="*/ 2004778 h 2384897"/>
              <a:gd name="csX90" fmla="*/ 2393553 w 2674798"/>
              <a:gd name="csY90" fmla="*/ 2035598 h 2384897"/>
              <a:gd name="csX91" fmla="*/ 2413009 w 2674798"/>
              <a:gd name="csY91" fmla="*/ 2066419 h 2384897"/>
              <a:gd name="csX92" fmla="*/ 2442192 w 2674798"/>
              <a:gd name="csY92" fmla="*/ 2097239 h 2384897"/>
              <a:gd name="csX93" fmla="*/ 2413009 w 2674798"/>
              <a:gd name="csY93" fmla="*/ 2128060 h 2384897"/>
              <a:gd name="csX94" fmla="*/ 2490830 w 2674798"/>
              <a:gd name="csY94" fmla="*/ 2148607 h 2384897"/>
              <a:gd name="csX95" fmla="*/ 2413009 w 2674798"/>
              <a:gd name="csY95" fmla="*/ 2158880 h 2384897"/>
              <a:gd name="csX96" fmla="*/ 2549196 w 2674798"/>
              <a:gd name="csY96" fmla="*/ 2230795 h 2384897"/>
              <a:gd name="csX97" fmla="*/ 2413009 w 2674798"/>
              <a:gd name="csY97" fmla="*/ 2241068 h 2384897"/>
              <a:gd name="csX98" fmla="*/ 2481102 w 2674798"/>
              <a:gd name="csY98" fmla="*/ 2271889 h 2384897"/>
              <a:gd name="csX99" fmla="*/ 2403281 w 2674798"/>
              <a:gd name="csY99" fmla="*/ 2292437 h 2384897"/>
              <a:gd name="csX100" fmla="*/ 2490830 w 2674798"/>
              <a:gd name="csY100" fmla="*/ 2323257 h 2384897"/>
              <a:gd name="csX101" fmla="*/ 2500558 w 2674798"/>
              <a:gd name="csY101" fmla="*/ 2354078 h 2384897"/>
              <a:gd name="csX102" fmla="*/ 2588106 w 2674798"/>
              <a:gd name="csY102" fmla="*/ 2384897 h 2384897"/>
              <a:gd name="csX103" fmla="*/ 16952 w 2674798"/>
              <a:gd name="csY103" fmla="*/ 2384897 h 2384897"/>
              <a:gd name="csX104" fmla="*/ 16952 w 2674798"/>
              <a:gd name="csY104" fmla="*/ 212894 h 2384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2674798" h="2384897">
                <a:moveTo>
                  <a:pt x="16952" y="212894"/>
                </a:moveTo>
                <a:cubicBezTo>
                  <a:pt x="14329" y="-265839"/>
                  <a:pt x="2143966" y="212334"/>
                  <a:pt x="2569317" y="212894"/>
                </a:cubicBezTo>
                <a:cubicBezTo>
                  <a:pt x="2569231" y="214013"/>
                  <a:pt x="2569144" y="215133"/>
                  <a:pt x="2569058" y="216252"/>
                </a:cubicBezTo>
                <a:cubicBezTo>
                  <a:pt x="2567425" y="221498"/>
                  <a:pt x="2564343" y="225487"/>
                  <a:pt x="2558924" y="227460"/>
                </a:cubicBezTo>
                <a:cubicBezTo>
                  <a:pt x="2472601" y="258898"/>
                  <a:pt x="2377341" y="248007"/>
                  <a:pt x="2286549" y="258281"/>
                </a:cubicBezTo>
                <a:cubicBezTo>
                  <a:pt x="2276821" y="261706"/>
                  <a:pt x="2257366" y="257725"/>
                  <a:pt x="2257366" y="268555"/>
                </a:cubicBezTo>
                <a:cubicBezTo>
                  <a:pt x="2257366" y="280902"/>
                  <a:pt x="2290246" y="277388"/>
                  <a:pt x="2286549" y="289101"/>
                </a:cubicBezTo>
                <a:cubicBezTo>
                  <a:pt x="2282321" y="302496"/>
                  <a:pt x="2260608" y="295950"/>
                  <a:pt x="2247638" y="299375"/>
                </a:cubicBezTo>
                <a:cubicBezTo>
                  <a:pt x="2335187" y="313073"/>
                  <a:pt x="2424133" y="319060"/>
                  <a:pt x="2510285" y="340469"/>
                </a:cubicBezTo>
                <a:cubicBezTo>
                  <a:pt x="2535733" y="346793"/>
                  <a:pt x="2600276" y="366481"/>
                  <a:pt x="2578379" y="381563"/>
                </a:cubicBezTo>
                <a:cubicBezTo>
                  <a:pt x="2491595" y="441338"/>
                  <a:pt x="2286549" y="494571"/>
                  <a:pt x="2286549" y="494571"/>
                </a:cubicBezTo>
                <a:cubicBezTo>
                  <a:pt x="2315732" y="497996"/>
                  <a:pt x="2344800" y="502783"/>
                  <a:pt x="2374098" y="504845"/>
                </a:cubicBezTo>
                <a:cubicBezTo>
                  <a:pt x="2442118" y="509635"/>
                  <a:pt x="2515084" y="488379"/>
                  <a:pt x="2578379" y="515118"/>
                </a:cubicBezTo>
                <a:cubicBezTo>
                  <a:pt x="2626643" y="535507"/>
                  <a:pt x="2474617" y="521967"/>
                  <a:pt x="2422736" y="525392"/>
                </a:cubicBezTo>
                <a:cubicBezTo>
                  <a:pt x="2424357" y="530529"/>
                  <a:pt x="2429221" y="537378"/>
                  <a:pt x="2432464" y="543371"/>
                </a:cubicBezTo>
                <a:lnTo>
                  <a:pt x="2435285" y="550819"/>
                </a:lnTo>
                <a:lnTo>
                  <a:pt x="2393553" y="535666"/>
                </a:lnTo>
                <a:cubicBezTo>
                  <a:pt x="2379610" y="531458"/>
                  <a:pt x="2418707" y="561056"/>
                  <a:pt x="2432464" y="556213"/>
                </a:cubicBezTo>
                <a:cubicBezTo>
                  <a:pt x="2434896" y="555357"/>
                  <a:pt x="2435707" y="553644"/>
                  <a:pt x="2435504" y="551397"/>
                </a:cubicBezTo>
                <a:lnTo>
                  <a:pt x="2435285" y="550819"/>
                </a:lnTo>
                <a:lnTo>
                  <a:pt x="2447365" y="555205"/>
                </a:lnTo>
                <a:cubicBezTo>
                  <a:pt x="2465096" y="562390"/>
                  <a:pt x="2482724" y="569910"/>
                  <a:pt x="2500558" y="576759"/>
                </a:cubicBezTo>
                <a:cubicBezTo>
                  <a:pt x="2442192" y="580184"/>
                  <a:pt x="2374098" y="552788"/>
                  <a:pt x="2325460" y="587033"/>
                </a:cubicBezTo>
                <a:cubicBezTo>
                  <a:pt x="2292088" y="610530"/>
                  <a:pt x="2407131" y="597283"/>
                  <a:pt x="2442192" y="617854"/>
                </a:cubicBezTo>
                <a:cubicBezTo>
                  <a:pt x="2452412" y="623850"/>
                  <a:pt x="2422737" y="631551"/>
                  <a:pt x="2413009" y="638400"/>
                </a:cubicBezTo>
                <a:cubicBezTo>
                  <a:pt x="2429222" y="648674"/>
                  <a:pt x="2458973" y="649454"/>
                  <a:pt x="2461647" y="669221"/>
                </a:cubicBezTo>
                <a:cubicBezTo>
                  <a:pt x="2464241" y="688398"/>
                  <a:pt x="2408645" y="697913"/>
                  <a:pt x="2422736" y="710315"/>
                </a:cubicBezTo>
                <a:lnTo>
                  <a:pt x="2434249" y="714451"/>
                </a:lnTo>
                <a:lnTo>
                  <a:pt x="2393553" y="710315"/>
                </a:lnTo>
                <a:cubicBezTo>
                  <a:pt x="2409766" y="717164"/>
                  <a:pt x="2434383" y="714368"/>
                  <a:pt x="2442192" y="730862"/>
                </a:cubicBezTo>
                <a:cubicBezTo>
                  <a:pt x="2451411" y="750335"/>
                  <a:pt x="2386343" y="810393"/>
                  <a:pt x="2383826" y="813051"/>
                </a:cubicBezTo>
                <a:cubicBezTo>
                  <a:pt x="2400039" y="823325"/>
                  <a:pt x="2415817" y="834404"/>
                  <a:pt x="2432464" y="843871"/>
                </a:cubicBezTo>
                <a:cubicBezTo>
                  <a:pt x="2458000" y="858393"/>
                  <a:pt x="2538790" y="879320"/>
                  <a:pt x="2510285" y="884965"/>
                </a:cubicBezTo>
                <a:cubicBezTo>
                  <a:pt x="2433730" y="900124"/>
                  <a:pt x="2354642" y="878116"/>
                  <a:pt x="2276821" y="874692"/>
                </a:cubicBezTo>
                <a:cubicBezTo>
                  <a:pt x="2291469" y="885742"/>
                  <a:pt x="2304216" y="895097"/>
                  <a:pt x="2314822" y="902916"/>
                </a:cubicBezTo>
                <a:lnTo>
                  <a:pt x="2332050" y="915929"/>
                </a:lnTo>
                <a:lnTo>
                  <a:pt x="2237911" y="905513"/>
                </a:lnTo>
                <a:cubicBezTo>
                  <a:pt x="2205609" y="900964"/>
                  <a:pt x="2108572" y="889083"/>
                  <a:pt x="2140634" y="895239"/>
                </a:cubicBezTo>
                <a:cubicBezTo>
                  <a:pt x="2327280" y="931079"/>
                  <a:pt x="2376479" y="951327"/>
                  <a:pt x="2339976" y="921917"/>
                </a:cubicBezTo>
                <a:lnTo>
                  <a:pt x="2332050" y="915929"/>
                </a:lnTo>
                <a:lnTo>
                  <a:pt x="2360414" y="919068"/>
                </a:lnTo>
                <a:cubicBezTo>
                  <a:pt x="2442432" y="926559"/>
                  <a:pt x="2524780" y="932645"/>
                  <a:pt x="2605257" y="947439"/>
                </a:cubicBezTo>
                <a:lnTo>
                  <a:pt x="2674798" y="964957"/>
                </a:lnTo>
                <a:lnTo>
                  <a:pt x="2674798" y="987525"/>
                </a:lnTo>
                <a:lnTo>
                  <a:pt x="2647173" y="985568"/>
                </a:lnTo>
                <a:cubicBezTo>
                  <a:pt x="2572361" y="979430"/>
                  <a:pt x="2472995" y="968866"/>
                  <a:pt x="2422736" y="967153"/>
                </a:cubicBezTo>
                <a:cubicBezTo>
                  <a:pt x="2435706" y="974002"/>
                  <a:pt x="2468132" y="974003"/>
                  <a:pt x="2461647" y="987700"/>
                </a:cubicBezTo>
                <a:cubicBezTo>
                  <a:pt x="2452476" y="1007073"/>
                  <a:pt x="2390152" y="991609"/>
                  <a:pt x="2403281" y="1008247"/>
                </a:cubicBezTo>
                <a:cubicBezTo>
                  <a:pt x="2427578" y="1039039"/>
                  <a:pt x="2474617" y="1035644"/>
                  <a:pt x="2510285" y="1049341"/>
                </a:cubicBezTo>
                <a:cubicBezTo>
                  <a:pt x="2500557" y="1066464"/>
                  <a:pt x="2466178" y="1088449"/>
                  <a:pt x="2481102" y="1100709"/>
                </a:cubicBezTo>
                <a:cubicBezTo>
                  <a:pt x="2537470" y="1147011"/>
                  <a:pt x="2668651" y="1103493"/>
                  <a:pt x="2549196" y="1131529"/>
                </a:cubicBezTo>
                <a:cubicBezTo>
                  <a:pt x="2536145" y="1134592"/>
                  <a:pt x="2523255" y="1138378"/>
                  <a:pt x="2510285" y="1141803"/>
                </a:cubicBezTo>
                <a:cubicBezTo>
                  <a:pt x="2516770" y="1148652"/>
                  <a:pt x="2521538" y="1158018"/>
                  <a:pt x="2529741" y="1162350"/>
                </a:cubicBezTo>
                <a:cubicBezTo>
                  <a:pt x="2548083" y="1172035"/>
                  <a:pt x="2576731" y="1164876"/>
                  <a:pt x="2588106" y="1182897"/>
                </a:cubicBezTo>
                <a:cubicBezTo>
                  <a:pt x="2595522" y="1194645"/>
                  <a:pt x="2561609" y="1187927"/>
                  <a:pt x="2549196" y="1193170"/>
                </a:cubicBezTo>
                <a:cubicBezTo>
                  <a:pt x="2529000" y="1201702"/>
                  <a:pt x="2510285" y="1213717"/>
                  <a:pt x="2490830" y="1223991"/>
                </a:cubicBezTo>
                <a:cubicBezTo>
                  <a:pt x="2544959" y="1262102"/>
                  <a:pt x="2515309" y="1228997"/>
                  <a:pt x="2471375" y="1265085"/>
                </a:cubicBezTo>
                <a:cubicBezTo>
                  <a:pt x="2454986" y="1278548"/>
                  <a:pt x="2445434" y="1299330"/>
                  <a:pt x="2432464" y="1316453"/>
                </a:cubicBezTo>
                <a:cubicBezTo>
                  <a:pt x="2455162" y="1333575"/>
                  <a:pt x="2522873" y="1350145"/>
                  <a:pt x="2500558" y="1367820"/>
                </a:cubicBezTo>
                <a:cubicBezTo>
                  <a:pt x="2495683" y="1371681"/>
                  <a:pt x="2489004" y="1374563"/>
                  <a:pt x="2481140" y="1376672"/>
                </a:cubicBezTo>
                <a:lnTo>
                  <a:pt x="2476215" y="1377454"/>
                </a:lnTo>
                <a:lnTo>
                  <a:pt x="2439080" y="1373772"/>
                </a:lnTo>
                <a:cubicBezTo>
                  <a:pt x="2334100" y="1363250"/>
                  <a:pt x="2352327" y="1364491"/>
                  <a:pt x="2413351" y="1373362"/>
                </a:cubicBezTo>
                <a:lnTo>
                  <a:pt x="2458106" y="1380332"/>
                </a:lnTo>
                <a:lnTo>
                  <a:pt x="2454615" y="1380886"/>
                </a:lnTo>
                <a:cubicBezTo>
                  <a:pt x="2396940" y="1385502"/>
                  <a:pt x="2318954" y="1369717"/>
                  <a:pt x="2354643" y="1378094"/>
                </a:cubicBezTo>
                <a:cubicBezTo>
                  <a:pt x="2392660" y="1387017"/>
                  <a:pt x="2431571" y="1388729"/>
                  <a:pt x="2470704" y="1388639"/>
                </a:cubicBezTo>
                <a:lnTo>
                  <a:pt x="2506815" y="1388556"/>
                </a:lnTo>
                <a:lnTo>
                  <a:pt x="2568640" y="1400051"/>
                </a:lnTo>
                <a:cubicBezTo>
                  <a:pt x="2609816" y="1408654"/>
                  <a:pt x="2648291" y="1418475"/>
                  <a:pt x="2674012" y="1428998"/>
                </a:cubicBezTo>
                <a:lnTo>
                  <a:pt x="2674798" y="1429398"/>
                </a:lnTo>
                <a:lnTo>
                  <a:pt x="2674798" y="1460001"/>
                </a:lnTo>
                <a:lnTo>
                  <a:pt x="2645343" y="1460707"/>
                </a:lnTo>
                <a:cubicBezTo>
                  <a:pt x="2600323" y="1460565"/>
                  <a:pt x="2541089" y="1456857"/>
                  <a:pt x="2510285" y="1460281"/>
                </a:cubicBezTo>
                <a:cubicBezTo>
                  <a:pt x="2523255" y="1480828"/>
                  <a:pt x="2556590" y="1498495"/>
                  <a:pt x="2549196" y="1521923"/>
                </a:cubicBezTo>
                <a:cubicBezTo>
                  <a:pt x="2524775" y="1599296"/>
                  <a:pt x="2413182" y="1509705"/>
                  <a:pt x="2529741" y="1583564"/>
                </a:cubicBezTo>
                <a:cubicBezTo>
                  <a:pt x="2484345" y="1590413"/>
                  <a:pt x="2437322" y="1589665"/>
                  <a:pt x="2393553" y="1604110"/>
                </a:cubicBezTo>
                <a:cubicBezTo>
                  <a:pt x="2382394" y="1607793"/>
                  <a:pt x="2367613" y="1624657"/>
                  <a:pt x="2374098" y="1634931"/>
                </a:cubicBezTo>
                <a:cubicBezTo>
                  <a:pt x="2386164" y="1654044"/>
                  <a:pt x="2413009" y="1655478"/>
                  <a:pt x="2432464" y="1665752"/>
                </a:cubicBezTo>
                <a:cubicBezTo>
                  <a:pt x="2400038" y="1676025"/>
                  <a:pt x="2365466" y="1680582"/>
                  <a:pt x="2335187" y="1696572"/>
                </a:cubicBezTo>
                <a:cubicBezTo>
                  <a:pt x="2324730" y="1702093"/>
                  <a:pt x="2325883" y="1721266"/>
                  <a:pt x="2315732" y="1727393"/>
                </a:cubicBezTo>
                <a:cubicBezTo>
                  <a:pt x="2301377" y="1736056"/>
                  <a:pt x="2283307" y="1734242"/>
                  <a:pt x="2267094" y="1737666"/>
                </a:cubicBezTo>
                <a:cubicBezTo>
                  <a:pt x="2290098" y="1742526"/>
                  <a:pt x="2418396" y="1763902"/>
                  <a:pt x="2442192" y="1789034"/>
                </a:cubicBezTo>
                <a:cubicBezTo>
                  <a:pt x="2450459" y="1797765"/>
                  <a:pt x="2429221" y="1809580"/>
                  <a:pt x="2422736" y="1819854"/>
                </a:cubicBezTo>
                <a:cubicBezTo>
                  <a:pt x="2642609" y="1868741"/>
                  <a:pt x="2670263" y="1854929"/>
                  <a:pt x="2500558" y="1871223"/>
                </a:cubicBezTo>
                <a:cubicBezTo>
                  <a:pt x="2484345" y="1878072"/>
                  <a:pt x="2462396" y="1877016"/>
                  <a:pt x="2451919" y="1891769"/>
                </a:cubicBezTo>
                <a:cubicBezTo>
                  <a:pt x="2446416" y="1899518"/>
                  <a:pt x="2477104" y="1904752"/>
                  <a:pt x="2471375" y="1912316"/>
                </a:cubicBezTo>
                <a:cubicBezTo>
                  <a:pt x="2457787" y="1930254"/>
                  <a:pt x="2432464" y="1932863"/>
                  <a:pt x="2413009" y="1943137"/>
                </a:cubicBezTo>
                <a:cubicBezTo>
                  <a:pt x="2429222" y="1953410"/>
                  <a:pt x="2453191" y="1956097"/>
                  <a:pt x="2461647" y="1973957"/>
                </a:cubicBezTo>
                <a:cubicBezTo>
                  <a:pt x="2466875" y="1985001"/>
                  <a:pt x="2451069" y="1996743"/>
                  <a:pt x="2442192" y="2004778"/>
                </a:cubicBezTo>
                <a:cubicBezTo>
                  <a:pt x="2427836" y="2017773"/>
                  <a:pt x="2409766" y="2025324"/>
                  <a:pt x="2393553" y="2035598"/>
                </a:cubicBezTo>
                <a:cubicBezTo>
                  <a:pt x="2400038" y="2045872"/>
                  <a:pt x="2405524" y="2056934"/>
                  <a:pt x="2413009" y="2066419"/>
                </a:cubicBezTo>
                <a:cubicBezTo>
                  <a:pt x="2421816" y="2077580"/>
                  <a:pt x="2442192" y="2082710"/>
                  <a:pt x="2442192" y="2097239"/>
                </a:cubicBezTo>
                <a:lnTo>
                  <a:pt x="2413009" y="2128060"/>
                </a:lnTo>
                <a:cubicBezTo>
                  <a:pt x="2438949" y="2134909"/>
                  <a:pt x="2490830" y="2120367"/>
                  <a:pt x="2490830" y="2148607"/>
                </a:cubicBezTo>
                <a:cubicBezTo>
                  <a:pt x="2490830" y="2176215"/>
                  <a:pt x="2397324" y="2136793"/>
                  <a:pt x="2413009" y="2158880"/>
                </a:cubicBezTo>
                <a:cubicBezTo>
                  <a:pt x="2443461" y="2201762"/>
                  <a:pt x="2503800" y="2206824"/>
                  <a:pt x="2549196" y="2230795"/>
                </a:cubicBezTo>
                <a:cubicBezTo>
                  <a:pt x="2503800" y="2234219"/>
                  <a:pt x="2452524" y="2217221"/>
                  <a:pt x="2413009" y="2241068"/>
                </a:cubicBezTo>
                <a:cubicBezTo>
                  <a:pt x="2391568" y="2254008"/>
                  <a:pt x="2485945" y="2246315"/>
                  <a:pt x="2481102" y="2271889"/>
                </a:cubicBezTo>
                <a:cubicBezTo>
                  <a:pt x="2475858" y="2299579"/>
                  <a:pt x="2429221" y="2285588"/>
                  <a:pt x="2403281" y="2292437"/>
                </a:cubicBezTo>
                <a:cubicBezTo>
                  <a:pt x="2432464" y="2302710"/>
                  <a:pt x="2464452" y="2306542"/>
                  <a:pt x="2490830" y="2323257"/>
                </a:cubicBezTo>
                <a:cubicBezTo>
                  <a:pt x="2499623" y="2328829"/>
                  <a:pt x="2491765" y="2348506"/>
                  <a:pt x="2500558" y="2354078"/>
                </a:cubicBezTo>
                <a:cubicBezTo>
                  <a:pt x="2526936" y="2370792"/>
                  <a:pt x="2558923" y="2374624"/>
                  <a:pt x="2588106" y="2384897"/>
                </a:cubicBezTo>
                <a:lnTo>
                  <a:pt x="16952" y="2384897"/>
                </a:lnTo>
                <a:cubicBezTo>
                  <a:pt x="-22467" y="2003442"/>
                  <a:pt x="19575" y="691627"/>
                  <a:pt x="16952" y="212894"/>
                </a:cubicBezTo>
                <a:close/>
              </a:path>
            </a:pathLst>
          </a:cu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6" name="Lightning Bolt 45">
            <a:extLst>
              <a:ext uri="{FF2B5EF4-FFF2-40B4-BE49-F238E27FC236}">
                <a16:creationId xmlns:a16="http://schemas.microsoft.com/office/drawing/2014/main" id="{CB1A48B5-A985-171B-0901-8B2201E272CE}"/>
              </a:ext>
            </a:extLst>
          </p:cNvPr>
          <p:cNvSpPr/>
          <p:nvPr/>
        </p:nvSpPr>
        <p:spPr>
          <a:xfrm>
            <a:off x="8714534" y="2820813"/>
            <a:ext cx="234913" cy="517565"/>
          </a:xfrm>
          <a:prstGeom prst="lightningBol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Lightning Bolt 46">
            <a:extLst>
              <a:ext uri="{FF2B5EF4-FFF2-40B4-BE49-F238E27FC236}">
                <a16:creationId xmlns:a16="http://schemas.microsoft.com/office/drawing/2014/main" id="{EC682D8D-FBF4-BC56-FE25-D7AEC803E108}"/>
              </a:ext>
            </a:extLst>
          </p:cNvPr>
          <p:cNvSpPr/>
          <p:nvPr/>
        </p:nvSpPr>
        <p:spPr>
          <a:xfrm>
            <a:off x="8881354" y="4189668"/>
            <a:ext cx="234913" cy="517565"/>
          </a:xfrm>
          <a:prstGeom prst="lightningBol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684075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D2C1C-BCC1-96D9-3C0D-0CD3103D210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8CE641-D2B6-2184-DAE1-710D1E543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531EC6-74D5-5F82-8C85-80C54EB534C2}"/>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Creating individual  instruction files </a:t>
            </a:r>
            <a:r>
              <a:rPr lang="en-IN" sz="1800" dirty="0">
                <a:latin typeface="Univers Condensed" panose="020B0506020202050204" pitchFamily="34" charset="0"/>
              </a:rPr>
              <a:t>for the architecture … </a:t>
            </a:r>
            <a:r>
              <a:rPr lang="en-IN" sz="1800" dirty="0" err="1">
                <a:latin typeface="Univers Condensed" panose="020B0506020202050204" pitchFamily="34" charset="0"/>
              </a:rPr>
              <a:t>Contd</a:t>
            </a:r>
            <a:r>
              <a:rPr lang="en-IN" sz="1800" dirty="0">
                <a:latin typeface="Univers Condensed" panose="020B0506020202050204" pitchFamily="34" charset="0"/>
              </a:rPr>
              <a:t>…</a:t>
            </a:r>
            <a:endParaRPr lang="en-IN" sz="3600" dirty="0">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4C905E32-BD45-5148-93CA-9BECE5155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39C6B2E-FF09-EF75-057B-44DE48726750}"/>
              </a:ext>
            </a:extLst>
          </p:cNvPr>
          <p:cNvSpPr>
            <a:spLocks noGrp="1"/>
          </p:cNvSpPr>
          <p:nvPr>
            <p:ph idx="1"/>
          </p:nvPr>
        </p:nvSpPr>
        <p:spPr>
          <a:xfrm>
            <a:off x="704086" y="1902402"/>
            <a:ext cx="6879337" cy="3677131"/>
          </a:xfrm>
        </p:spPr>
        <p:txBody>
          <a:bodyPr>
            <a:normAutofit fontScale="92500" lnSpcReduction="10000"/>
          </a:bodyPr>
          <a:lstStyle/>
          <a:p>
            <a:r>
              <a:rPr lang="en-IN" sz="2400" dirty="0">
                <a:latin typeface="Univers Condensed" panose="020B0506020202050204" pitchFamily="34" charset="0"/>
              </a:rPr>
              <a:t>Change the description – “This agent generates highly specific agent instruction files for the /docs directory”</a:t>
            </a:r>
          </a:p>
          <a:p>
            <a:r>
              <a:rPr lang="en-IN" sz="2400" dirty="0">
                <a:latin typeface="Univers Condensed" panose="020B0506020202050204" pitchFamily="34" charset="0"/>
              </a:rPr>
              <a:t>Name : Instructions generator</a:t>
            </a:r>
          </a:p>
          <a:p>
            <a:r>
              <a:rPr lang="en-IN" sz="2400" dirty="0">
                <a:latin typeface="Univers Condensed" panose="020B0506020202050204" pitchFamily="34" charset="0"/>
              </a:rPr>
              <a:t>A prompt appears configure tools, click on that</a:t>
            </a:r>
          </a:p>
          <a:p>
            <a:r>
              <a:rPr lang="en-IN" sz="2400" dirty="0">
                <a:latin typeface="Univers Condensed" panose="020B0506020202050204" pitchFamily="34" charset="0"/>
              </a:rPr>
              <a:t>And select edit, search, read, </a:t>
            </a:r>
            <a:r>
              <a:rPr lang="en-IN" sz="2400" dirty="0" err="1">
                <a:latin typeface="Univers Condensed" panose="020B0506020202050204" pitchFamily="34" charset="0"/>
              </a:rPr>
              <a:t>webfetch</a:t>
            </a:r>
            <a:endParaRPr lang="en-IN" sz="2400" dirty="0">
              <a:latin typeface="Univers Condensed" panose="020B0506020202050204" pitchFamily="34" charset="0"/>
            </a:endParaRPr>
          </a:p>
          <a:p>
            <a:r>
              <a:rPr lang="en-IN" sz="2400" dirty="0">
                <a:latin typeface="Univers Condensed" panose="020B0506020202050204" pitchFamily="34" charset="0"/>
              </a:rPr>
              <a:t>Give a description – “</a:t>
            </a:r>
            <a:r>
              <a:rPr lang="en-US" sz="2400" dirty="0">
                <a:latin typeface="Univers Condensed" panose="020B0506020202050204" pitchFamily="34" charset="0"/>
              </a:rPr>
              <a:t>This agent takes the provided information about a layer of architecture or coding standards withing this app and generates a concise and clear markdown file suitable for inclusion in the /docs directory.” </a:t>
            </a:r>
          </a:p>
          <a:p>
            <a:r>
              <a:rPr lang="en-US" sz="2400" dirty="0">
                <a:latin typeface="Univers Condensed" panose="020B0506020202050204" pitchFamily="34" charset="0"/>
              </a:rPr>
              <a:t>Save File</a:t>
            </a:r>
          </a:p>
          <a:p>
            <a:endParaRPr lang="en-IN" sz="2400" dirty="0">
              <a:latin typeface="Univers Condensed" panose="020B0506020202050204" pitchFamily="34" charset="0"/>
            </a:endParaRPr>
          </a:p>
          <a:p>
            <a:endParaRPr lang="en-IN" sz="1600" dirty="0">
              <a:latin typeface="Univers Condensed" panose="020B0506020202050204" pitchFamily="34" charset="0"/>
            </a:endParaRPr>
          </a:p>
        </p:txBody>
      </p:sp>
      <p:pic>
        <p:nvPicPr>
          <p:cNvPr id="4" name="Picture 3">
            <a:extLst>
              <a:ext uri="{FF2B5EF4-FFF2-40B4-BE49-F238E27FC236}">
                <a16:creationId xmlns:a16="http://schemas.microsoft.com/office/drawing/2014/main" id="{23E6207E-E47E-4E48-A3F9-1B00B71C4E93}"/>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4" name="Freeform: Shape 23">
            <a:extLst>
              <a:ext uri="{FF2B5EF4-FFF2-40B4-BE49-F238E27FC236}">
                <a16:creationId xmlns:a16="http://schemas.microsoft.com/office/drawing/2014/main" id="{E071DFDB-8CEF-4CC7-5351-DA677ADB7EAB}"/>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C586A48A-D2E0-1AEE-2766-9F7B04730018}"/>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4" name="Freeform: Shape 13">
            <a:extLst>
              <a:ext uri="{FF2B5EF4-FFF2-40B4-BE49-F238E27FC236}">
                <a16:creationId xmlns:a16="http://schemas.microsoft.com/office/drawing/2014/main" id="{42607089-FA32-E26F-D5A8-6B1A650084CD}"/>
              </a:ext>
            </a:extLst>
          </p:cNvPr>
          <p:cNvSpPr/>
          <p:nvPr/>
        </p:nvSpPr>
        <p:spPr>
          <a:xfrm>
            <a:off x="7325038" y="1429600"/>
            <a:ext cx="4636663" cy="2221980"/>
          </a:xfrm>
          <a:custGeom>
            <a:avLst/>
            <a:gdLst>
              <a:gd name="csX0" fmla="*/ 234152 w 4636663"/>
              <a:gd name="csY0" fmla="*/ 0 h 2221980"/>
              <a:gd name="csX1" fmla="*/ 4580851 w 4636663"/>
              <a:gd name="csY1" fmla="*/ 0 h 2221980"/>
              <a:gd name="csX2" fmla="*/ 4588297 w 4636663"/>
              <a:gd name="csY2" fmla="*/ 751 h 2221980"/>
              <a:gd name="csX3" fmla="*/ 4588024 w 4636663"/>
              <a:gd name="csY3" fmla="*/ 2224 h 2221980"/>
              <a:gd name="csX4" fmla="*/ 4636663 w 4636663"/>
              <a:gd name="csY4" fmla="*/ 31407 h 2221980"/>
              <a:gd name="csX5" fmla="*/ 4626935 w 4636663"/>
              <a:gd name="csY5" fmla="*/ 80045 h 2221980"/>
              <a:gd name="csX6" fmla="*/ 4519931 w 4636663"/>
              <a:gd name="csY6" fmla="*/ 216232 h 2221980"/>
              <a:gd name="csX7" fmla="*/ 4510203 w 4636663"/>
              <a:gd name="csY7" fmla="*/ 255143 h 2221980"/>
              <a:gd name="csX8" fmla="*/ 4490748 w 4636663"/>
              <a:gd name="csY8" fmla="*/ 303781 h 2221980"/>
              <a:gd name="csX9" fmla="*/ 4481020 w 4636663"/>
              <a:gd name="csY9" fmla="*/ 371875 h 2221980"/>
              <a:gd name="csX10" fmla="*/ 4588024 w 4636663"/>
              <a:gd name="csY10" fmla="*/ 420513 h 2221980"/>
              <a:gd name="csX11" fmla="*/ 4588024 w 4636663"/>
              <a:gd name="csY11" fmla="*/ 517790 h 2221980"/>
              <a:gd name="csX12" fmla="*/ 4558841 w 4636663"/>
              <a:gd name="csY12" fmla="*/ 595611 h 2221980"/>
              <a:gd name="csX13" fmla="*/ 4597752 w 4636663"/>
              <a:gd name="csY13" fmla="*/ 615067 h 2221980"/>
              <a:gd name="csX14" fmla="*/ 4451837 w 4636663"/>
              <a:gd name="csY14" fmla="*/ 751254 h 2221980"/>
              <a:gd name="csX15" fmla="*/ 4344833 w 4636663"/>
              <a:gd name="csY15" fmla="*/ 877713 h 2221980"/>
              <a:gd name="csX16" fmla="*/ 4286467 w 4636663"/>
              <a:gd name="csY16" fmla="*/ 906896 h 2221980"/>
              <a:gd name="csX17" fmla="*/ 4257284 w 4636663"/>
              <a:gd name="csY17" fmla="*/ 926352 h 2221980"/>
              <a:gd name="csX18" fmla="*/ 4208646 w 4636663"/>
              <a:gd name="csY18" fmla="*/ 955535 h 2221980"/>
              <a:gd name="csX19" fmla="*/ 4442109 w 4636663"/>
              <a:gd name="csY19" fmla="*/ 994445 h 2221980"/>
              <a:gd name="csX20" fmla="*/ 4412926 w 4636663"/>
              <a:gd name="csY20" fmla="*/ 1052811 h 2221980"/>
              <a:gd name="csX21" fmla="*/ 4403199 w 4636663"/>
              <a:gd name="csY21" fmla="*/ 1091722 h 2221980"/>
              <a:gd name="csX22" fmla="*/ 4198918 w 4636663"/>
              <a:gd name="csY22" fmla="*/ 1247364 h 2221980"/>
              <a:gd name="csX23" fmla="*/ 4101641 w 4636663"/>
              <a:gd name="csY23" fmla="*/ 1286275 h 2221980"/>
              <a:gd name="csX24" fmla="*/ 3965454 w 4636663"/>
              <a:gd name="csY24" fmla="*/ 1383552 h 2221980"/>
              <a:gd name="csX25" fmla="*/ 4004365 w 4636663"/>
              <a:gd name="csY25" fmla="*/ 1403007 h 2221980"/>
              <a:gd name="csX26" fmla="*/ 3984909 w 4636663"/>
              <a:gd name="csY26" fmla="*/ 1451645 h 2221980"/>
              <a:gd name="csX27" fmla="*/ 4101641 w 4636663"/>
              <a:gd name="csY27" fmla="*/ 1461373 h 2221980"/>
              <a:gd name="csX28" fmla="*/ 4082186 w 4636663"/>
              <a:gd name="csY28" fmla="*/ 1500284 h 2221980"/>
              <a:gd name="csX29" fmla="*/ 4072458 w 4636663"/>
              <a:gd name="csY29" fmla="*/ 1529467 h 2221980"/>
              <a:gd name="csX30" fmla="*/ 4160007 w 4636663"/>
              <a:gd name="csY30" fmla="*/ 1578105 h 2221980"/>
              <a:gd name="csX31" fmla="*/ 4062731 w 4636663"/>
              <a:gd name="csY31" fmla="*/ 1704564 h 2221980"/>
              <a:gd name="csX32" fmla="*/ 4101641 w 4636663"/>
              <a:gd name="csY32" fmla="*/ 1724020 h 2221980"/>
              <a:gd name="csX33" fmla="*/ 4091914 w 4636663"/>
              <a:gd name="csY33" fmla="*/ 1792113 h 2221980"/>
              <a:gd name="csX34" fmla="*/ 4150280 w 4636663"/>
              <a:gd name="csY34" fmla="*/ 1801841 h 2221980"/>
              <a:gd name="csX35" fmla="*/ 4121097 w 4636663"/>
              <a:gd name="csY35" fmla="*/ 1967211 h 2221980"/>
              <a:gd name="csX36" fmla="*/ 4169735 w 4636663"/>
              <a:gd name="csY36" fmla="*/ 2025577 h 2221980"/>
              <a:gd name="csX37" fmla="*/ 4198918 w 4636663"/>
              <a:gd name="csY37" fmla="*/ 2054760 h 2221980"/>
              <a:gd name="csX38" fmla="*/ 4150280 w 4636663"/>
              <a:gd name="csY38" fmla="*/ 2093671 h 2221980"/>
              <a:gd name="csX39" fmla="*/ 4305922 w 4636663"/>
              <a:gd name="csY39" fmla="*/ 2122854 h 2221980"/>
              <a:gd name="csX40" fmla="*/ 4275264 w 4636663"/>
              <a:gd name="csY40" fmla="*/ 2196694 h 2221980"/>
              <a:gd name="csX41" fmla="*/ 4248771 w 4636663"/>
              <a:gd name="csY41" fmla="*/ 2221980 h 2221980"/>
              <a:gd name="csX42" fmla="*/ 234152 w 4636663"/>
              <a:gd name="csY42" fmla="*/ 2221980 h 2221980"/>
              <a:gd name="csX43" fmla="*/ 0 w 4636663"/>
              <a:gd name="csY43" fmla="*/ 1987828 h 2221980"/>
              <a:gd name="csX44" fmla="*/ 0 w 4636663"/>
              <a:gd name="csY44" fmla="*/ 234152 h 2221980"/>
              <a:gd name="csX45" fmla="*/ 234152 w 4636663"/>
              <a:gd name="csY45" fmla="*/ 0 h 22219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36663" h="2221980">
                <a:moveTo>
                  <a:pt x="234152" y="0"/>
                </a:moveTo>
                <a:lnTo>
                  <a:pt x="4580851" y="0"/>
                </a:lnTo>
                <a:lnTo>
                  <a:pt x="4588297" y="751"/>
                </a:lnTo>
                <a:lnTo>
                  <a:pt x="4588024" y="2224"/>
                </a:lnTo>
                <a:cubicBezTo>
                  <a:pt x="4590369" y="20985"/>
                  <a:pt x="4620450" y="21679"/>
                  <a:pt x="4636663" y="31407"/>
                </a:cubicBezTo>
                <a:cubicBezTo>
                  <a:pt x="4633420" y="47620"/>
                  <a:pt x="4639257" y="69020"/>
                  <a:pt x="4626935" y="80045"/>
                </a:cubicBezTo>
                <a:cubicBezTo>
                  <a:pt x="4469820" y="220621"/>
                  <a:pt x="4371727" y="173889"/>
                  <a:pt x="4519931" y="216232"/>
                </a:cubicBezTo>
                <a:cubicBezTo>
                  <a:pt x="4516688" y="229202"/>
                  <a:pt x="4519007" y="245081"/>
                  <a:pt x="4510203" y="255143"/>
                </a:cubicBezTo>
                <a:cubicBezTo>
                  <a:pt x="4464470" y="307409"/>
                  <a:pt x="4415569" y="284988"/>
                  <a:pt x="4490748" y="303781"/>
                </a:cubicBezTo>
                <a:cubicBezTo>
                  <a:pt x="4487505" y="326479"/>
                  <a:pt x="4488856" y="350327"/>
                  <a:pt x="4481020" y="371875"/>
                </a:cubicBezTo>
                <a:cubicBezTo>
                  <a:pt x="4452894" y="449221"/>
                  <a:pt x="4356045" y="403944"/>
                  <a:pt x="4588024" y="420513"/>
                </a:cubicBezTo>
                <a:cubicBezTo>
                  <a:pt x="4518717" y="524473"/>
                  <a:pt x="4495062" y="502296"/>
                  <a:pt x="4588024" y="517790"/>
                </a:cubicBezTo>
                <a:cubicBezTo>
                  <a:pt x="4578296" y="543730"/>
                  <a:pt x="4556084" y="568044"/>
                  <a:pt x="4558841" y="595611"/>
                </a:cubicBezTo>
                <a:cubicBezTo>
                  <a:pt x="4560284" y="610040"/>
                  <a:pt x="4599353" y="600654"/>
                  <a:pt x="4597752" y="615067"/>
                </a:cubicBezTo>
                <a:cubicBezTo>
                  <a:pt x="4591113" y="674825"/>
                  <a:pt x="4479724" y="724695"/>
                  <a:pt x="4451837" y="751254"/>
                </a:cubicBezTo>
                <a:cubicBezTo>
                  <a:pt x="4411851" y="789336"/>
                  <a:pt x="4385043" y="839868"/>
                  <a:pt x="4344833" y="877713"/>
                </a:cubicBezTo>
                <a:cubicBezTo>
                  <a:pt x="4328993" y="892621"/>
                  <a:pt x="4305481" y="896332"/>
                  <a:pt x="4286467" y="906896"/>
                </a:cubicBezTo>
                <a:cubicBezTo>
                  <a:pt x="4276247" y="912574"/>
                  <a:pt x="4267198" y="920156"/>
                  <a:pt x="4257284" y="926352"/>
                </a:cubicBezTo>
                <a:cubicBezTo>
                  <a:pt x="4241251" y="936373"/>
                  <a:pt x="4224859" y="945807"/>
                  <a:pt x="4208646" y="955535"/>
                </a:cubicBezTo>
                <a:cubicBezTo>
                  <a:pt x="4310603" y="1057492"/>
                  <a:pt x="4102335" y="862311"/>
                  <a:pt x="4442109" y="994445"/>
                </a:cubicBezTo>
                <a:cubicBezTo>
                  <a:pt x="4462382" y="1002329"/>
                  <a:pt x="4422654" y="1033356"/>
                  <a:pt x="4412926" y="1052811"/>
                </a:cubicBezTo>
                <a:cubicBezTo>
                  <a:pt x="4409684" y="1065781"/>
                  <a:pt x="4411063" y="1080910"/>
                  <a:pt x="4403199" y="1091722"/>
                </a:cubicBezTo>
                <a:cubicBezTo>
                  <a:pt x="4356548" y="1155868"/>
                  <a:pt x="4261900" y="1213249"/>
                  <a:pt x="4198918" y="1247364"/>
                </a:cubicBezTo>
                <a:cubicBezTo>
                  <a:pt x="4168210" y="1263998"/>
                  <a:pt x="4131807" y="1268678"/>
                  <a:pt x="4101641" y="1286275"/>
                </a:cubicBezTo>
                <a:cubicBezTo>
                  <a:pt x="4053453" y="1314385"/>
                  <a:pt x="3965454" y="1383552"/>
                  <a:pt x="3965454" y="1383552"/>
                </a:cubicBezTo>
                <a:cubicBezTo>
                  <a:pt x="3978424" y="1390037"/>
                  <a:pt x="4000381" y="1389064"/>
                  <a:pt x="4004365" y="1403007"/>
                </a:cubicBezTo>
                <a:cubicBezTo>
                  <a:pt x="4009162" y="1419797"/>
                  <a:pt x="3969936" y="1442661"/>
                  <a:pt x="3984909" y="1451645"/>
                </a:cubicBezTo>
                <a:cubicBezTo>
                  <a:pt x="4018390" y="1471734"/>
                  <a:pt x="4062730" y="1458130"/>
                  <a:pt x="4101641" y="1461373"/>
                </a:cubicBezTo>
                <a:cubicBezTo>
                  <a:pt x="4095156" y="1474343"/>
                  <a:pt x="4087898" y="1486955"/>
                  <a:pt x="4082186" y="1500284"/>
                </a:cubicBezTo>
                <a:cubicBezTo>
                  <a:pt x="4078147" y="1509709"/>
                  <a:pt x="4065207" y="1522216"/>
                  <a:pt x="4072458" y="1529467"/>
                </a:cubicBezTo>
                <a:cubicBezTo>
                  <a:pt x="4096064" y="1553073"/>
                  <a:pt x="4130824" y="1561892"/>
                  <a:pt x="4160007" y="1578105"/>
                </a:cubicBezTo>
                <a:cubicBezTo>
                  <a:pt x="4118240" y="1611519"/>
                  <a:pt x="4068488" y="1641236"/>
                  <a:pt x="4062731" y="1704564"/>
                </a:cubicBezTo>
                <a:cubicBezTo>
                  <a:pt x="4061418" y="1719005"/>
                  <a:pt x="4088671" y="1717535"/>
                  <a:pt x="4101641" y="1724020"/>
                </a:cubicBezTo>
                <a:cubicBezTo>
                  <a:pt x="4098399" y="1746718"/>
                  <a:pt x="4079762" y="1772670"/>
                  <a:pt x="4091914" y="1792113"/>
                </a:cubicBezTo>
                <a:cubicBezTo>
                  <a:pt x="4102368" y="1808839"/>
                  <a:pt x="4144480" y="1782989"/>
                  <a:pt x="4150280" y="1801841"/>
                </a:cubicBezTo>
                <a:cubicBezTo>
                  <a:pt x="4152966" y="1810572"/>
                  <a:pt x="4128140" y="1931994"/>
                  <a:pt x="4121097" y="1967211"/>
                </a:cubicBezTo>
                <a:cubicBezTo>
                  <a:pt x="4192146" y="1990895"/>
                  <a:pt x="4184437" y="1966772"/>
                  <a:pt x="4169735" y="2025577"/>
                </a:cubicBezTo>
                <a:cubicBezTo>
                  <a:pt x="4179463" y="2035305"/>
                  <a:pt x="4194568" y="2041709"/>
                  <a:pt x="4198918" y="2054760"/>
                </a:cubicBezTo>
                <a:cubicBezTo>
                  <a:pt x="4210726" y="2090185"/>
                  <a:pt x="4165546" y="2089854"/>
                  <a:pt x="4150280" y="2093671"/>
                </a:cubicBezTo>
                <a:cubicBezTo>
                  <a:pt x="4202161" y="2103399"/>
                  <a:pt x="4281082" y="2076279"/>
                  <a:pt x="4305922" y="2122854"/>
                </a:cubicBezTo>
                <a:cubicBezTo>
                  <a:pt x="4316925" y="2143486"/>
                  <a:pt x="4297470" y="2172669"/>
                  <a:pt x="4275264" y="2196694"/>
                </a:cubicBezTo>
                <a:lnTo>
                  <a:pt x="4248771" y="2221980"/>
                </a:lnTo>
                <a:lnTo>
                  <a:pt x="234152" y="2221980"/>
                </a:lnTo>
                <a:cubicBezTo>
                  <a:pt x="104833" y="2221980"/>
                  <a:pt x="0" y="2117147"/>
                  <a:pt x="0" y="1987828"/>
                </a:cubicBezTo>
                <a:lnTo>
                  <a:pt x="0" y="234152"/>
                </a:lnTo>
                <a:cubicBezTo>
                  <a:pt x="0" y="104833"/>
                  <a:pt x="104833" y="0"/>
                  <a:pt x="234152" y="0"/>
                </a:cubicBezTo>
                <a:close/>
              </a:path>
            </a:pathLst>
          </a:custGeom>
          <a:blipFill>
            <a:blip r:embed="rId4"/>
            <a:stretch>
              <a:fillRect/>
            </a:stretch>
          </a:blip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 name="Rectangle 6">
            <a:extLst>
              <a:ext uri="{FF2B5EF4-FFF2-40B4-BE49-F238E27FC236}">
                <a16:creationId xmlns:a16="http://schemas.microsoft.com/office/drawing/2014/main" id="{763818C0-E6ED-931B-0ECD-70DC6BA2F064}"/>
              </a:ext>
            </a:extLst>
          </p:cNvPr>
          <p:cNvSpPr/>
          <p:nvPr/>
        </p:nvSpPr>
        <p:spPr>
          <a:xfrm>
            <a:off x="7809706" y="2784292"/>
            <a:ext cx="1264596" cy="282102"/>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9A0C0EDB-2986-E148-DE17-8C9F699314ED}"/>
              </a:ext>
            </a:extLst>
          </p:cNvPr>
          <p:cNvCxnSpPr>
            <a:stCxn id="7" idx="3"/>
          </p:cNvCxnSpPr>
          <p:nvPr/>
        </p:nvCxnSpPr>
        <p:spPr>
          <a:xfrm flipV="1">
            <a:off x="9074302" y="1982405"/>
            <a:ext cx="1138136" cy="942938"/>
          </a:xfrm>
          <a:prstGeom prst="straightConnector1">
            <a:avLst/>
          </a:prstGeom>
          <a:ln w="28575">
            <a:solidFill>
              <a:srgbClr val="FFC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4915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B4C62-E699-4820-2DC7-6727B9E0E0C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188DB0-1C59-798C-6CE2-F3DB70F45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1A8FDE-252C-8D38-1627-E9B7DC38EA2F}"/>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Using Custom Agents</a:t>
            </a:r>
          </a:p>
        </p:txBody>
      </p:sp>
      <p:cxnSp>
        <p:nvCxnSpPr>
          <p:cNvPr id="11" name="Straight Connector 10">
            <a:extLst>
              <a:ext uri="{FF2B5EF4-FFF2-40B4-BE49-F238E27FC236}">
                <a16:creationId xmlns:a16="http://schemas.microsoft.com/office/drawing/2014/main" id="{EF584C9C-5DAD-DB27-43BA-FEF045714F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B699655-E6AC-B5B1-0BDB-EA90924869CE}"/>
              </a:ext>
            </a:extLst>
          </p:cNvPr>
          <p:cNvSpPr>
            <a:spLocks noGrp="1"/>
          </p:cNvSpPr>
          <p:nvPr>
            <p:ph idx="1"/>
          </p:nvPr>
        </p:nvSpPr>
        <p:spPr>
          <a:xfrm>
            <a:off x="704086" y="1902402"/>
            <a:ext cx="6277305" cy="4410849"/>
          </a:xfrm>
        </p:spPr>
        <p:txBody>
          <a:bodyPr>
            <a:normAutofit fontScale="70000" lnSpcReduction="20000"/>
          </a:bodyPr>
          <a:lstStyle/>
          <a:p>
            <a:r>
              <a:rPr lang="en-US" sz="2400" dirty="0">
                <a:latin typeface="Univers Condensed" panose="020B0506020202050204" pitchFamily="34" charset="0"/>
              </a:rPr>
              <a:t>Before start using Custom Agents, lets create a custom prompt to generate an instruction file</a:t>
            </a:r>
          </a:p>
          <a:p>
            <a:r>
              <a:rPr lang="en-US" sz="2400" dirty="0">
                <a:latin typeface="Univers Condensed" panose="020B0506020202050204" pitchFamily="34" charset="0"/>
              </a:rPr>
              <a:t>Once you open the agent modes, now you will notice an agent option “instruction-generator”</a:t>
            </a:r>
          </a:p>
          <a:p>
            <a:r>
              <a:rPr lang="en-US" sz="2400" dirty="0">
                <a:latin typeface="Univers Condensed" panose="020B0506020202050204" pitchFamily="34" charset="0"/>
              </a:rPr>
              <a:t>Create a custom prompt using the instructions  and name the custom prompt as </a:t>
            </a:r>
            <a:r>
              <a:rPr lang="en-US" sz="1800" dirty="0">
                <a:solidFill>
                  <a:srgbClr val="FFC000"/>
                </a:solidFill>
                <a:highlight>
                  <a:srgbClr val="000000"/>
                </a:highlight>
                <a:latin typeface="Univers Condensed" panose="020B0506020202050204" pitchFamily="34" charset="0"/>
              </a:rPr>
              <a:t>create-instructions</a:t>
            </a:r>
          </a:p>
          <a:p>
            <a:r>
              <a:rPr lang="en-US" sz="2400" dirty="0">
                <a:latin typeface="Univers Condensed" panose="020B0506020202050204" pitchFamily="34" charset="0"/>
              </a:rPr>
              <a:t>You will notice in the file explorer a new file added create-instructions.prompt.md</a:t>
            </a:r>
          </a:p>
          <a:p>
            <a:r>
              <a:rPr lang="en-IN" sz="2400" dirty="0">
                <a:latin typeface="Univers Condensed" panose="020B0506020202050204" pitchFamily="34" charset="0"/>
              </a:rPr>
              <a:t>Inside that file give the agent </a:t>
            </a:r>
            <a:r>
              <a:rPr lang="en-IN" sz="1800" dirty="0">
                <a:latin typeface="Univers Condensed" panose="020B0506020202050204" pitchFamily="34" charset="0"/>
              </a:rPr>
              <a:t>: instruction-generator</a:t>
            </a:r>
          </a:p>
          <a:p>
            <a:r>
              <a:rPr lang="en-IN" sz="1800" b="1" dirty="0">
                <a:latin typeface="Univers Condensed" panose="020B0506020202050204" pitchFamily="34" charset="0"/>
              </a:rPr>
              <a:t>Description:</a:t>
            </a:r>
            <a:r>
              <a:rPr lang="en-IN" sz="1800" dirty="0">
                <a:latin typeface="Univers Condensed" panose="020B0506020202050204" pitchFamily="34" charset="0"/>
              </a:rPr>
              <a:t> </a:t>
            </a:r>
            <a:r>
              <a:rPr lang="en-US" sz="1800" dirty="0">
                <a:latin typeface="Univers Condensed" panose="020B0506020202050204" pitchFamily="34" charset="0"/>
              </a:rPr>
              <a:t>Take the information below and generate an agent instructions .md file for it in /docs directory. if a .md file provided, use that otherwise generate an appropriate filename based on the generated content. make sure the instructions are concise and not too long. Make sure to update the AGENTS.md file to reference this new docs file. If no information provided  below, prompt the user to give the necessary details about the layer of architecture or coding standards to document.</a:t>
            </a:r>
          </a:p>
          <a:p>
            <a:r>
              <a:rPr lang="en-IN" sz="2400" dirty="0">
                <a:latin typeface="Univers Condensed" panose="020B0506020202050204" pitchFamily="34" charset="0"/>
              </a:rPr>
              <a:t>Now if you start using Slash Command with “/” you will find a Slash Command aka custom prompt</a:t>
            </a:r>
          </a:p>
          <a:p>
            <a:r>
              <a:rPr lang="en-IN" sz="2400" dirty="0">
                <a:latin typeface="Univers Condensed" panose="020B0506020202050204" pitchFamily="34" charset="0"/>
              </a:rPr>
              <a:t>Once you  use the custom prompt , the agent mode will be shifted to instructor-generator (custom agent)  and accordingly rest of the action happens.</a:t>
            </a:r>
          </a:p>
          <a:p>
            <a:endParaRPr lang="en-IN" sz="1600" dirty="0">
              <a:latin typeface="Univers Condensed" panose="020B0506020202050204" pitchFamily="34" charset="0"/>
            </a:endParaRPr>
          </a:p>
        </p:txBody>
      </p:sp>
      <p:pic>
        <p:nvPicPr>
          <p:cNvPr id="4" name="Picture 3">
            <a:extLst>
              <a:ext uri="{FF2B5EF4-FFF2-40B4-BE49-F238E27FC236}">
                <a16:creationId xmlns:a16="http://schemas.microsoft.com/office/drawing/2014/main" id="{991E5B46-C9A1-8AB2-6730-644180A31703}"/>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4" name="Freeform: Shape 23">
            <a:extLst>
              <a:ext uri="{FF2B5EF4-FFF2-40B4-BE49-F238E27FC236}">
                <a16:creationId xmlns:a16="http://schemas.microsoft.com/office/drawing/2014/main" id="{FE05FC92-A64B-F606-D466-DFB11188E044}"/>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22D4BD22-ADE6-3038-7691-41F8BD3CB99B}"/>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Rectangle: Rounded Corners 7">
            <a:extLst>
              <a:ext uri="{FF2B5EF4-FFF2-40B4-BE49-F238E27FC236}">
                <a16:creationId xmlns:a16="http://schemas.microsoft.com/office/drawing/2014/main" id="{217AA0CE-9CDF-D0F3-2FFA-9ECCB314B85D}"/>
              </a:ext>
            </a:extLst>
          </p:cNvPr>
          <p:cNvSpPr/>
          <p:nvPr/>
        </p:nvSpPr>
        <p:spPr>
          <a:xfrm>
            <a:off x="8474526" y="183526"/>
            <a:ext cx="2974620" cy="2571950"/>
          </a:xfrm>
          <a:prstGeom prst="roundRect">
            <a:avLst>
              <a:gd name="adj" fmla="val 5699"/>
            </a:avLst>
          </a:prstGeom>
          <a:blipFill>
            <a:blip r:embed="rId4"/>
            <a:stretch>
              <a:fillRect/>
            </a:stretch>
          </a:blipFill>
          <a:effectLst>
            <a:reflection blurRad="25400" stA="52000" endA="300" endPos="1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E30A24F-74F2-DBBB-CC2A-D0E915FAA1A4}"/>
              </a:ext>
            </a:extLst>
          </p:cNvPr>
          <p:cNvSpPr/>
          <p:nvPr/>
        </p:nvSpPr>
        <p:spPr>
          <a:xfrm>
            <a:off x="8147627" y="1640146"/>
            <a:ext cx="3613081" cy="414441"/>
          </a:xfrm>
          <a:prstGeom prst="rect">
            <a:avLst/>
          </a:prstGeom>
          <a:solidFill>
            <a:srgbClr val="C00000">
              <a:alpha val="4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6F549FD2-612A-AAB9-470B-AA00B330F42A}"/>
              </a:ext>
            </a:extLst>
          </p:cNvPr>
          <p:cNvSpPr/>
          <p:nvPr/>
        </p:nvSpPr>
        <p:spPr>
          <a:xfrm>
            <a:off x="6890100" y="3417182"/>
            <a:ext cx="2515053" cy="1004265"/>
          </a:xfrm>
          <a:prstGeom prst="roundRect">
            <a:avLst>
              <a:gd name="adj" fmla="val 7949"/>
            </a:avLst>
          </a:prstGeom>
          <a:blipFill>
            <a:blip r:embed="rId5"/>
            <a:stretch>
              <a:fillRect/>
            </a:stretch>
          </a:blipFill>
          <a:effectLst>
            <a:reflection blurRad="25400" stA="52000" endPos="5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1CECEE3E-19DF-D7E6-B88D-A0861842431F}"/>
              </a:ext>
            </a:extLst>
          </p:cNvPr>
          <p:cNvSpPr/>
          <p:nvPr/>
        </p:nvSpPr>
        <p:spPr>
          <a:xfrm>
            <a:off x="8928497" y="3391582"/>
            <a:ext cx="428017" cy="403698"/>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B17F4EF1-DD5F-2C24-D0DE-1F77938226A7}"/>
              </a:ext>
            </a:extLst>
          </p:cNvPr>
          <p:cNvSpPr/>
          <p:nvPr/>
        </p:nvSpPr>
        <p:spPr>
          <a:xfrm>
            <a:off x="6993460" y="3989831"/>
            <a:ext cx="1165530" cy="363522"/>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8CC42AB3-7E59-85DC-38A9-B6EC25503939}"/>
              </a:ext>
            </a:extLst>
          </p:cNvPr>
          <p:cNvSpPr/>
          <p:nvPr/>
        </p:nvSpPr>
        <p:spPr>
          <a:xfrm>
            <a:off x="9569176" y="3397166"/>
            <a:ext cx="2410161" cy="1024281"/>
          </a:xfrm>
          <a:prstGeom prst="roundRect">
            <a:avLst>
              <a:gd name="adj" fmla="val 8498"/>
            </a:avLst>
          </a:prstGeom>
          <a:blipFill>
            <a:blip r:embed="rId6"/>
            <a:stretch>
              <a:fillRect/>
            </a:stretch>
          </a:blipFill>
          <a:effectLst>
            <a:reflection blurRad="25400" stA="54000" endPos="5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A8C4320F-0529-617D-8660-29C3A9E1057B}"/>
              </a:ext>
            </a:extLst>
          </p:cNvPr>
          <p:cNvSpPr/>
          <p:nvPr/>
        </p:nvSpPr>
        <p:spPr>
          <a:xfrm>
            <a:off x="9617815" y="3824605"/>
            <a:ext cx="2361522" cy="363522"/>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8B113CF0-C3FC-1A7A-76D7-DC642EF6194D}"/>
              </a:ext>
            </a:extLst>
          </p:cNvPr>
          <p:cNvSpPr/>
          <p:nvPr/>
        </p:nvSpPr>
        <p:spPr>
          <a:xfrm>
            <a:off x="9784022" y="4848886"/>
            <a:ext cx="2029108" cy="885949"/>
          </a:xfrm>
          <a:prstGeom prst="roundRect">
            <a:avLst>
              <a:gd name="adj" fmla="val 6785"/>
            </a:avLst>
          </a:prstGeom>
          <a:blipFill>
            <a:blip r:embed="rId7"/>
            <a:stretch>
              <a:fillRect/>
            </a:stretch>
          </a:blipFill>
          <a:effectLst>
            <a:reflection blurRad="25400" stA="51000" endPos="5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C531BAA5-AE2A-748D-E48E-BEE6F8BA3A12}"/>
              </a:ext>
            </a:extLst>
          </p:cNvPr>
          <p:cNvSpPr/>
          <p:nvPr/>
        </p:nvSpPr>
        <p:spPr>
          <a:xfrm>
            <a:off x="9981292" y="5158739"/>
            <a:ext cx="1165530" cy="363522"/>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6F8C95D3-AC42-B4D9-7038-E63D046B5563}"/>
              </a:ext>
            </a:extLst>
          </p:cNvPr>
          <p:cNvSpPr/>
          <p:nvPr/>
        </p:nvSpPr>
        <p:spPr>
          <a:xfrm>
            <a:off x="6890099" y="4821445"/>
            <a:ext cx="2515053" cy="781159"/>
          </a:xfrm>
          <a:prstGeom prst="roundRect">
            <a:avLst>
              <a:gd name="adj" fmla="val 5459"/>
            </a:avLst>
          </a:prstGeom>
          <a:blipFill>
            <a:blip r:embed="rId8"/>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46921213-6B66-BC52-3EC3-7E192A558F59}"/>
              </a:ext>
            </a:extLst>
          </p:cNvPr>
          <p:cNvSpPr/>
          <p:nvPr/>
        </p:nvSpPr>
        <p:spPr>
          <a:xfrm>
            <a:off x="7000659" y="4976978"/>
            <a:ext cx="1567364" cy="363522"/>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U-Turn 35">
            <a:extLst>
              <a:ext uri="{FF2B5EF4-FFF2-40B4-BE49-F238E27FC236}">
                <a16:creationId xmlns:a16="http://schemas.microsoft.com/office/drawing/2014/main" id="{2CEF94FB-A5F6-2141-F280-C5E35DF9EAE6}"/>
              </a:ext>
            </a:extLst>
          </p:cNvPr>
          <p:cNvSpPr/>
          <p:nvPr/>
        </p:nvSpPr>
        <p:spPr>
          <a:xfrm>
            <a:off x="9066632" y="3050601"/>
            <a:ext cx="983207" cy="460606"/>
          </a:xfrm>
          <a:prstGeom prst="uturnArrow">
            <a:avLst/>
          </a:prstGeom>
          <a:solidFill>
            <a:schemeClr val="tx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7" name="Arrow: Down 36">
            <a:extLst>
              <a:ext uri="{FF2B5EF4-FFF2-40B4-BE49-F238E27FC236}">
                <a16:creationId xmlns:a16="http://schemas.microsoft.com/office/drawing/2014/main" id="{26B7A08B-54CD-CC63-8073-7F3AC49B5D24}"/>
              </a:ext>
            </a:extLst>
          </p:cNvPr>
          <p:cNvSpPr/>
          <p:nvPr/>
        </p:nvSpPr>
        <p:spPr>
          <a:xfrm>
            <a:off x="10369685" y="4421447"/>
            <a:ext cx="214009" cy="427439"/>
          </a:xfrm>
          <a:prstGeom prst="downArrow">
            <a:avLst/>
          </a:prstGeom>
          <a:solidFill>
            <a:schemeClr val="tx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8" name="Arrow: Down 37">
            <a:extLst>
              <a:ext uri="{FF2B5EF4-FFF2-40B4-BE49-F238E27FC236}">
                <a16:creationId xmlns:a16="http://schemas.microsoft.com/office/drawing/2014/main" id="{049AE3C8-88F7-ED28-31BB-8BA081AF30C5}"/>
              </a:ext>
            </a:extLst>
          </p:cNvPr>
          <p:cNvSpPr/>
          <p:nvPr/>
        </p:nvSpPr>
        <p:spPr>
          <a:xfrm rot="5400000">
            <a:off x="9451230" y="4938649"/>
            <a:ext cx="214009" cy="427439"/>
          </a:xfrm>
          <a:prstGeom prst="downArrow">
            <a:avLst/>
          </a:prstGeom>
          <a:solidFill>
            <a:schemeClr val="tx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6709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0D7A7-7744-9B1A-A78D-9059EF32296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69DE69-C047-670A-1358-4DD02D7014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1792B93-6723-AA4B-18ED-6EBAC37AE844}"/>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Generate instruction files</a:t>
            </a:r>
            <a:br>
              <a:rPr lang="en-IN" sz="3600" dirty="0">
                <a:latin typeface="Univers Condensed" panose="020B0506020202050204" pitchFamily="34" charset="0"/>
              </a:rPr>
            </a:br>
            <a:r>
              <a:rPr lang="en-IN" sz="1400" dirty="0">
                <a:highlight>
                  <a:srgbClr val="00FF00"/>
                </a:highlight>
                <a:latin typeface="Univers Condensed" panose="020B0506020202050204" pitchFamily="34" charset="0"/>
              </a:rPr>
              <a:t>with new custom agent prompt</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6D86ABB9-93B9-6E21-094C-98F21A9182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63E0C20-329B-87C2-9A7C-4BE4BA7773D5}"/>
              </a:ext>
            </a:extLst>
          </p:cNvPr>
          <p:cNvSpPr>
            <a:spLocks noGrp="1"/>
          </p:cNvSpPr>
          <p:nvPr>
            <p:ph idx="1"/>
          </p:nvPr>
        </p:nvSpPr>
        <p:spPr>
          <a:xfrm>
            <a:off x="704086" y="1902402"/>
            <a:ext cx="6946702" cy="3943922"/>
          </a:xfrm>
        </p:spPr>
        <p:txBody>
          <a:bodyPr>
            <a:normAutofit/>
          </a:bodyPr>
          <a:lstStyle/>
          <a:p>
            <a:r>
              <a:rPr lang="en-IN" sz="2400" dirty="0">
                <a:latin typeface="Univers Condensed" panose="020B0506020202050204" pitchFamily="34" charset="0"/>
              </a:rPr>
              <a:t>In the chat window first start with /create-instructions and then start the chat text </a:t>
            </a:r>
          </a:p>
          <a:p>
            <a:pPr lvl="1"/>
            <a:r>
              <a:rPr lang="en-IN" sz="1800" dirty="0">
                <a:latin typeface="Univers Condensed" panose="020B0506020202050204" pitchFamily="34" charset="0"/>
              </a:rPr>
              <a:t>“everything to do with auth in this app is handled by clerk NO OTHER AUTH METHOD SHOULD BE USED. </a:t>
            </a:r>
          </a:p>
          <a:p>
            <a:pPr lvl="1"/>
            <a:r>
              <a:rPr lang="en-IN" sz="1800" dirty="0">
                <a:latin typeface="Univers Condensed" panose="020B0506020202050204" pitchFamily="34" charset="0"/>
              </a:rPr>
              <a:t>The /dashboard page is a protected route and must require the user to be logged into be able to access this page. </a:t>
            </a:r>
          </a:p>
          <a:p>
            <a:pPr lvl="1"/>
            <a:r>
              <a:rPr lang="en-IN" sz="1800" dirty="0">
                <a:latin typeface="Univers Condensed" panose="020B0506020202050204" pitchFamily="34" charset="0"/>
              </a:rPr>
              <a:t>It the user is logged in and trying to access the homepage, they should be redirected to the  /dashboard page</a:t>
            </a:r>
          </a:p>
          <a:p>
            <a:pPr lvl="1"/>
            <a:r>
              <a:rPr lang="en-IN" sz="1800" dirty="0">
                <a:latin typeface="Univers Condensed" panose="020B0506020202050204" pitchFamily="34" charset="0"/>
              </a:rPr>
              <a:t>Sign in and signup via clerk should always launch as a </a:t>
            </a:r>
            <a:r>
              <a:rPr lang="en-IN" sz="1800" dirty="0">
                <a:highlight>
                  <a:srgbClr val="00FF00"/>
                </a:highlight>
                <a:latin typeface="Univers Condensed" panose="020B0506020202050204" pitchFamily="34" charset="0"/>
              </a:rPr>
              <a:t>modal</a:t>
            </a:r>
          </a:p>
          <a:p>
            <a:r>
              <a:rPr lang="en-IN" sz="2200" dirty="0">
                <a:latin typeface="Univers Condensed" panose="020B0506020202050204" pitchFamily="34" charset="0"/>
              </a:rPr>
              <a:t>After running this prompt you will find a new file generated authentication.md and review the chat result and this .md file as well</a:t>
            </a:r>
            <a:endParaRPr lang="en-IN" sz="1800" dirty="0">
              <a:latin typeface="Univers Condensed" panose="020B0506020202050204" pitchFamily="34" charset="0"/>
            </a:endParaRPr>
          </a:p>
          <a:p>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048CE9EE-B873-F546-F085-B5D9F6187EB6}"/>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4" name="Freeform: Shape 23">
            <a:extLst>
              <a:ext uri="{FF2B5EF4-FFF2-40B4-BE49-F238E27FC236}">
                <a16:creationId xmlns:a16="http://schemas.microsoft.com/office/drawing/2014/main" id="{8937081F-43C5-4778-42E6-F462CD428A5A}"/>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DD237AA9-EE76-51A5-9569-3887EB42D564}"/>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820806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2760-01CE-275B-5173-B14886571FD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06C89F9-86A8-DA0B-6CDD-6D4451FF3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5940D7-777B-F9B5-F3C9-76C3C2994AB5}"/>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Creating New Instruction file</a:t>
            </a:r>
            <a:br>
              <a:rPr lang="en-IN" sz="3600" dirty="0">
                <a:latin typeface="Univers Condensed" panose="020B0506020202050204" pitchFamily="34" charset="0"/>
              </a:rPr>
            </a:br>
            <a:r>
              <a:rPr lang="en-IN" sz="1400" dirty="0">
                <a:highlight>
                  <a:srgbClr val="00FF00"/>
                </a:highlight>
                <a:latin typeface="Univers Condensed" panose="020B0506020202050204" pitchFamily="34" charset="0"/>
              </a:rPr>
              <a:t>UI Elements etc.</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3854CD5F-E626-EC8D-A09D-D8706701B3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AF49642-9527-8507-7DFE-625E904B68E3}"/>
              </a:ext>
            </a:extLst>
          </p:cNvPr>
          <p:cNvSpPr>
            <a:spLocks noGrp="1"/>
          </p:cNvSpPr>
          <p:nvPr>
            <p:ph idx="1"/>
          </p:nvPr>
        </p:nvSpPr>
        <p:spPr>
          <a:xfrm>
            <a:off x="704086" y="1902402"/>
            <a:ext cx="6757029" cy="3943922"/>
          </a:xfrm>
        </p:spPr>
        <p:txBody>
          <a:bodyPr>
            <a:normAutofit/>
          </a:bodyPr>
          <a:lstStyle/>
          <a:p>
            <a:r>
              <a:rPr lang="en-IN" sz="2400" dirty="0">
                <a:latin typeface="Univers Condensed" panose="020B0506020202050204" pitchFamily="34" charset="0"/>
              </a:rPr>
              <a:t>We need make sure that always GitHub copilot is always uses </a:t>
            </a:r>
            <a:r>
              <a:rPr lang="en-IN" sz="2400" dirty="0" err="1">
                <a:highlight>
                  <a:srgbClr val="00FF00"/>
                </a:highlight>
                <a:latin typeface="Univers Condensed" panose="020B0506020202050204" pitchFamily="34" charset="0"/>
              </a:rPr>
              <a:t>shrdcn</a:t>
            </a:r>
            <a:r>
              <a:rPr lang="en-IN" sz="2400" dirty="0">
                <a:highlight>
                  <a:srgbClr val="00FF00"/>
                </a:highlight>
                <a:latin typeface="Univers Condensed" panose="020B0506020202050204" pitchFamily="34" charset="0"/>
              </a:rPr>
              <a:t> </a:t>
            </a:r>
            <a:r>
              <a:rPr lang="en-IN" sz="2400" dirty="0">
                <a:latin typeface="Univers Condensed" panose="020B0506020202050204" pitchFamily="34" charset="0"/>
              </a:rPr>
              <a:t>for all UI Elements </a:t>
            </a:r>
          </a:p>
          <a:p>
            <a:r>
              <a:rPr lang="en-IN" sz="2400" dirty="0">
                <a:latin typeface="Univers Condensed" panose="020B0506020202050204" pitchFamily="34" charset="0"/>
              </a:rPr>
              <a:t>In a new chat window </a:t>
            </a:r>
          </a:p>
          <a:p>
            <a:pPr lvl="1"/>
            <a:r>
              <a:rPr lang="en-IN" sz="2000" dirty="0">
                <a:latin typeface="Univers Condensed" panose="020B0506020202050204" pitchFamily="34" charset="0"/>
              </a:rPr>
              <a:t>/Create-instructions ALL UI elements in this app use </a:t>
            </a:r>
            <a:r>
              <a:rPr lang="en-IN" sz="2000" dirty="0" err="1">
                <a:latin typeface="Univers Condensed" panose="020B0506020202050204" pitchFamily="34" charset="0"/>
              </a:rPr>
              <a:t>shadcn</a:t>
            </a:r>
            <a:r>
              <a:rPr lang="en-IN" sz="2000" dirty="0">
                <a:latin typeface="Univers Condensed" panose="020B0506020202050204" pitchFamily="34" charset="0"/>
              </a:rPr>
              <a:t> UI. DO NOT create any custom components. ALWAYS use </a:t>
            </a:r>
            <a:r>
              <a:rPr lang="en-IN" sz="2000" dirty="0" err="1">
                <a:latin typeface="Univers Condensed" panose="020B0506020202050204" pitchFamily="34" charset="0"/>
              </a:rPr>
              <a:t>shadcn</a:t>
            </a:r>
            <a:r>
              <a:rPr lang="en-IN" sz="2000" dirty="0">
                <a:latin typeface="Univers Condensed" panose="020B0506020202050204" pitchFamily="34" charset="0"/>
              </a:rPr>
              <a:t> UI components</a:t>
            </a:r>
          </a:p>
          <a:p>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B2A4A57B-CEF1-DD30-933B-F13AA4FA448A}"/>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4" name="Freeform: Shape 23">
            <a:extLst>
              <a:ext uri="{FF2B5EF4-FFF2-40B4-BE49-F238E27FC236}">
                <a16:creationId xmlns:a16="http://schemas.microsoft.com/office/drawing/2014/main" id="{281BE98F-7D92-1A81-33C8-C5F4C4855D28}"/>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FF139F12-3CF2-97AB-3D71-235EE3121F01}"/>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656367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D7431-8A09-48B5-95B1-5F0287242BB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5EB129-B37C-941C-2000-2DD30582A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0F304B-7272-8A13-9DD8-9DA51CE0BE8E}"/>
              </a:ext>
            </a:extLst>
          </p:cNvPr>
          <p:cNvSpPr>
            <a:spLocks noGrp="1"/>
          </p:cNvSpPr>
          <p:nvPr>
            <p:ph type="title"/>
          </p:nvPr>
        </p:nvSpPr>
        <p:spPr>
          <a:xfrm>
            <a:off x="704088" y="914400"/>
            <a:ext cx="6879335" cy="1307590"/>
          </a:xfrm>
        </p:spPr>
        <p:txBody>
          <a:bodyPr vert="horz" lIns="91440" tIns="45720" rIns="91440" bIns="45720" rtlCol="0" anchor="t">
            <a:normAutofit/>
          </a:bodyPr>
          <a:lstStyle/>
          <a:p>
            <a:r>
              <a:rPr lang="en-IN" sz="3600" dirty="0">
                <a:latin typeface="Univers Condensed" panose="020B0506020202050204" pitchFamily="34" charset="0"/>
              </a:rPr>
              <a:t>Implement dashboard page + UI </a:t>
            </a:r>
            <a:r>
              <a:rPr lang="en-IN" sz="2000" dirty="0">
                <a:latin typeface="Univers Condensed" panose="020B0506020202050204" pitchFamily="34" charset="0"/>
              </a:rPr>
              <a:t>tweaks</a:t>
            </a:r>
            <a:br>
              <a:rPr lang="en-IN" sz="3600" dirty="0">
                <a:latin typeface="Univers Condensed" panose="020B0506020202050204" pitchFamily="34" charset="0"/>
              </a:rPr>
            </a:br>
            <a:r>
              <a:rPr lang="en-IN" sz="1400" dirty="0">
                <a:highlight>
                  <a:srgbClr val="00FF00"/>
                </a:highlight>
                <a:latin typeface="Univers Condensed" panose="020B0506020202050204" pitchFamily="34" charset="0"/>
              </a:rPr>
              <a:t>Guided by GitHub Copilot instructions</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D51245D1-F83D-B10B-95BB-D6C582C168A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8D99D59-2998-930A-1C82-8D71866B7A1C}"/>
              </a:ext>
            </a:extLst>
          </p:cNvPr>
          <p:cNvSpPr>
            <a:spLocks noGrp="1"/>
          </p:cNvSpPr>
          <p:nvPr>
            <p:ph idx="1"/>
          </p:nvPr>
        </p:nvSpPr>
        <p:spPr>
          <a:xfrm>
            <a:off x="704086" y="1902402"/>
            <a:ext cx="6757029" cy="3943922"/>
          </a:xfrm>
        </p:spPr>
        <p:txBody>
          <a:bodyPr>
            <a:normAutofit/>
          </a:bodyPr>
          <a:lstStyle/>
          <a:p>
            <a:r>
              <a:rPr lang="en-IN" sz="2400" dirty="0">
                <a:latin typeface="Univers Condensed" panose="020B0506020202050204" pitchFamily="34" charset="0"/>
              </a:rPr>
              <a:t>Open a new chat window and select the custom agent</a:t>
            </a:r>
          </a:p>
          <a:p>
            <a:r>
              <a:rPr lang="en-IN" sz="2400" dirty="0">
                <a:latin typeface="Univers Condensed" panose="020B0506020202050204" pitchFamily="34" charset="0"/>
              </a:rPr>
              <a:t>Below chat to be typed</a:t>
            </a:r>
          </a:p>
          <a:p>
            <a:pPr lvl="1"/>
            <a:r>
              <a:rPr lang="en-IN" sz="1600" dirty="0">
                <a:latin typeface="Univers Condensed" panose="020B0506020202050204" pitchFamily="34" charset="0"/>
              </a:rPr>
              <a:t>Create /dashboard page. DO NOT add any content or data fetching just yet, just add a dashboard h1 tag as a placeholder</a:t>
            </a:r>
          </a:p>
          <a:p>
            <a:pPr lvl="1"/>
            <a:r>
              <a:rPr lang="en-IN" sz="1600" dirty="0">
                <a:latin typeface="Univers Condensed" panose="020B0506020202050204" pitchFamily="34" charset="0"/>
              </a:rPr>
              <a:t>Test the webpage by running </a:t>
            </a:r>
            <a:r>
              <a:rPr lang="en-IN" sz="1600" dirty="0" err="1">
                <a:latin typeface="Univers Condensed" panose="020B0506020202050204" pitchFamily="34" charset="0"/>
              </a:rPr>
              <a:t>npm</a:t>
            </a:r>
            <a:r>
              <a:rPr lang="en-IN" sz="1600" dirty="0">
                <a:latin typeface="Univers Condensed" panose="020B0506020202050204" pitchFamily="34" charset="0"/>
              </a:rPr>
              <a:t> run dev</a:t>
            </a:r>
          </a:p>
          <a:p>
            <a:r>
              <a:rPr lang="en-IN" sz="2000" dirty="0">
                <a:latin typeface="Univers Condensed" panose="020B0506020202050204" pitchFamily="34" charset="0"/>
              </a:rPr>
              <a:t>Another chat prompt</a:t>
            </a:r>
          </a:p>
          <a:p>
            <a:pPr lvl="1"/>
            <a:r>
              <a:rPr lang="en-IN" sz="1600" dirty="0">
                <a:latin typeface="Univers Condensed" panose="020B0506020202050204" pitchFamily="34" charset="0"/>
              </a:rPr>
              <a:t>Make sure this page adhere to the auth coding standards</a:t>
            </a:r>
          </a:p>
          <a:p>
            <a:r>
              <a:rPr lang="en-IN" sz="2000" dirty="0">
                <a:latin typeface="Univers Condensed" panose="020B0506020202050204" pitchFamily="34" charset="0"/>
              </a:rPr>
              <a:t>Another interesting thing here is I am not giving the reference to authentication.md , but the copilot is deciding what to select and how to proceed</a:t>
            </a:r>
          </a:p>
          <a:p>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0CEB60A9-91D3-6472-29A9-D53FA7E6D0E1}"/>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4" name="Freeform: Shape 23">
            <a:extLst>
              <a:ext uri="{FF2B5EF4-FFF2-40B4-BE49-F238E27FC236}">
                <a16:creationId xmlns:a16="http://schemas.microsoft.com/office/drawing/2014/main" id="{F5FA0D5C-A43A-5EB6-DDF6-BCE3640B3519}"/>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499554E0-9995-E4F9-E1BC-70DC1F2CCB3F}"/>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808390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CC968-11EF-CA7D-BE2D-7B1DD88BAC8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D297EF-4132-7BC0-4100-F2B31BF3D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860185-B244-8BE3-3D9E-0D3725C1C655}"/>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Implement dashboard page + UI </a:t>
            </a:r>
            <a:r>
              <a:rPr lang="en-IN" sz="2000" dirty="0">
                <a:latin typeface="Univers Condensed" panose="020B0506020202050204" pitchFamily="34" charset="0"/>
              </a:rPr>
              <a:t>contd..</a:t>
            </a:r>
            <a:br>
              <a:rPr lang="en-IN" sz="3600" dirty="0">
                <a:latin typeface="Univers Condensed" panose="020B0506020202050204" pitchFamily="34" charset="0"/>
              </a:rPr>
            </a:br>
            <a:r>
              <a:rPr lang="en-IN" sz="1400" dirty="0">
                <a:highlight>
                  <a:srgbClr val="00FF00"/>
                </a:highlight>
                <a:latin typeface="Univers Condensed" panose="020B0506020202050204" pitchFamily="34" charset="0"/>
              </a:rPr>
              <a:t>Guided by GitHub Copilot instructions</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A0CE277B-A812-34DD-28D9-344EFD77F9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FDBEF43-FAB9-C543-A51B-FC5A4D21991B}"/>
              </a:ext>
            </a:extLst>
          </p:cNvPr>
          <p:cNvSpPr>
            <a:spLocks noGrp="1"/>
          </p:cNvSpPr>
          <p:nvPr>
            <p:ph idx="1"/>
          </p:nvPr>
        </p:nvSpPr>
        <p:spPr>
          <a:xfrm>
            <a:off x="704086" y="1902402"/>
            <a:ext cx="6757029" cy="3943922"/>
          </a:xfrm>
        </p:spPr>
        <p:txBody>
          <a:bodyPr>
            <a:normAutofit/>
          </a:bodyPr>
          <a:lstStyle/>
          <a:p>
            <a:r>
              <a:rPr lang="en-IN" sz="2400" dirty="0">
                <a:latin typeface="Univers Condensed" panose="020B0506020202050204" pitchFamily="34" charset="0"/>
              </a:rPr>
              <a:t>Next chat prompt	</a:t>
            </a:r>
          </a:p>
          <a:p>
            <a:pPr lvl="1"/>
            <a:r>
              <a:rPr lang="en-IN" sz="2000" dirty="0">
                <a:latin typeface="Univers Condensed" panose="020B0506020202050204" pitchFamily="34" charset="0"/>
              </a:rPr>
              <a:t>Make sure the homepage adheres to the auth coding standards  reference authentication.md</a:t>
            </a:r>
          </a:p>
          <a:p>
            <a:pPr marL="457200" lvl="1" indent="0">
              <a:buNone/>
            </a:pPr>
            <a:r>
              <a:rPr lang="en-IN" sz="2000" dirty="0">
                <a:latin typeface="Univers Condensed" panose="020B0506020202050204" pitchFamily="34" charset="0"/>
              </a:rPr>
              <a:t>This will help to redirect signed users to dashboard page automatically</a:t>
            </a:r>
          </a:p>
          <a:p>
            <a:r>
              <a:rPr lang="en-IN" sz="2400" dirty="0">
                <a:latin typeface="Univers Condensed" panose="020B0506020202050204" pitchFamily="34" charset="0"/>
              </a:rPr>
              <a:t>Next Chat prompt</a:t>
            </a:r>
          </a:p>
          <a:p>
            <a:pPr lvl="1"/>
            <a:r>
              <a:rPr lang="en-IN" sz="1600" dirty="0">
                <a:latin typeface="Univers Condensed" panose="020B0506020202050204" pitchFamily="34" charset="0"/>
              </a:rPr>
              <a:t>Need the UI in dark mode and new look for sign in and signup button</a:t>
            </a:r>
          </a:p>
          <a:p>
            <a:pPr marL="457200" lvl="1" indent="0">
              <a:buNone/>
            </a:pPr>
            <a:r>
              <a:rPr lang="en-IN" sz="1600" dirty="0">
                <a:latin typeface="Univers Condensed" panose="020B0506020202050204" pitchFamily="34" charset="0"/>
              </a:rPr>
              <a:t>Check this result</a:t>
            </a:r>
          </a:p>
          <a:p>
            <a:r>
              <a:rPr lang="en-IN" sz="2000" dirty="0">
                <a:latin typeface="Univers Condensed" panose="020B0506020202050204" pitchFamily="34" charset="0"/>
              </a:rPr>
              <a:t>Another chat prompt</a:t>
            </a:r>
          </a:p>
          <a:p>
            <a:pPr lvl="1"/>
            <a:r>
              <a:rPr lang="en-IN" sz="1600" dirty="0">
                <a:latin typeface="Univers Condensed" panose="020B0506020202050204" pitchFamily="34" charset="0"/>
              </a:rPr>
              <a:t>Make sure the entire app displays as dark mode</a:t>
            </a:r>
          </a:p>
          <a:p>
            <a:pPr marL="457200" lvl="1" indent="0">
              <a:buNone/>
            </a:pPr>
            <a:r>
              <a:rPr lang="en-IN" sz="2000" dirty="0">
                <a:latin typeface="Univers Condensed" panose="020B0506020202050204" pitchFamily="34" charset="0"/>
              </a:rPr>
              <a:t>And you will find this changed to complete dark mode</a:t>
            </a:r>
          </a:p>
        </p:txBody>
      </p:sp>
      <p:pic>
        <p:nvPicPr>
          <p:cNvPr id="4" name="Picture 3">
            <a:extLst>
              <a:ext uri="{FF2B5EF4-FFF2-40B4-BE49-F238E27FC236}">
                <a16:creationId xmlns:a16="http://schemas.microsoft.com/office/drawing/2014/main" id="{CD22617C-73EC-2DAD-CA0D-FC36D8219404}"/>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4" name="Freeform: Shape 23">
            <a:extLst>
              <a:ext uri="{FF2B5EF4-FFF2-40B4-BE49-F238E27FC236}">
                <a16:creationId xmlns:a16="http://schemas.microsoft.com/office/drawing/2014/main" id="{63CFDA91-8D65-D675-6DC9-8A838CED6520}"/>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7873C310-0ED9-3620-CB9B-B95D9AAD86AE}"/>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504231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9ACC2-D7C9-2721-D78B-673881ADA8B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AAC42-35D0-7AE6-C932-DF066AB91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EC24C48F-65EE-9AB1-151A-5538FB77EEB4}"/>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86949AB5-B988-1850-CB22-5AEDDEDD9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76F8A99E-7EC4-F815-AF1D-7923F71CF3B8}"/>
              </a:ext>
            </a:extLst>
          </p:cNvPr>
          <p:cNvSpPr>
            <a:spLocks noGrp="1"/>
          </p:cNvSpPr>
          <p:nvPr>
            <p:ph type="ctrTitle"/>
          </p:nvPr>
        </p:nvSpPr>
        <p:spPr>
          <a:xfrm>
            <a:off x="313786" y="908651"/>
            <a:ext cx="5497734" cy="4005454"/>
          </a:xfrm>
        </p:spPr>
        <p:txBody>
          <a:bodyPr anchor="t">
            <a:normAutofit/>
          </a:bodyPr>
          <a:lstStyle/>
          <a:p>
            <a:pPr algn="l"/>
            <a:r>
              <a:rPr lang="en-IN" sz="6800" dirty="0">
                <a:solidFill>
                  <a:sysClr val="windowText" lastClr="000000"/>
                </a:solidFill>
                <a:latin typeface="Akira Expanded" panose="02000800000000000000" pitchFamily="50" charset="0"/>
              </a:rPr>
              <a:t>Custom</a:t>
            </a:r>
            <a:br>
              <a:rPr lang="en-IN" sz="6800" dirty="0">
                <a:solidFill>
                  <a:sysClr val="windowText" lastClr="000000"/>
                </a:solidFill>
                <a:latin typeface="Akira Expanded" panose="02000800000000000000" pitchFamily="50" charset="0"/>
              </a:rPr>
            </a:br>
            <a:r>
              <a:rPr lang="en-IN" sz="6800" dirty="0">
                <a:solidFill>
                  <a:sysClr val="windowText" lastClr="000000"/>
                </a:solidFill>
                <a:latin typeface="Akira Expanded" panose="02000800000000000000" pitchFamily="50" charset="0"/>
              </a:rPr>
              <a:t>agents</a:t>
            </a:r>
            <a:br>
              <a:rPr lang="en-IN" sz="6800" dirty="0">
                <a:solidFill>
                  <a:sysClr val="windowText" lastClr="000000"/>
                </a:solidFill>
                <a:latin typeface="Akira Expanded" panose="02000800000000000000" pitchFamily="50" charset="0"/>
              </a:rPr>
            </a:br>
            <a:endParaRPr lang="en-IN" sz="6800" dirty="0">
              <a:solidFill>
                <a:sysClr val="windowText" lastClr="000000"/>
              </a:solidFill>
              <a:latin typeface="Akira Expanded" panose="02000800000000000000" pitchFamily="50" charset="0"/>
            </a:endParaRPr>
          </a:p>
        </p:txBody>
      </p:sp>
      <p:sp>
        <p:nvSpPr>
          <p:cNvPr id="3" name="Subtitle 2">
            <a:extLst>
              <a:ext uri="{FF2B5EF4-FFF2-40B4-BE49-F238E27FC236}">
                <a16:creationId xmlns:a16="http://schemas.microsoft.com/office/drawing/2014/main" id="{2982B7F1-241F-81F9-02D4-9778A3D4C9B4}"/>
              </a:ext>
            </a:extLst>
          </p:cNvPr>
          <p:cNvSpPr>
            <a:spLocks noGrp="1"/>
          </p:cNvSpPr>
          <p:nvPr>
            <p:ph type="subTitle" idx="1"/>
          </p:nvPr>
        </p:nvSpPr>
        <p:spPr>
          <a:xfrm>
            <a:off x="313786" y="5050632"/>
            <a:ext cx="4695094" cy="898717"/>
          </a:xfrm>
          <a:solidFill>
            <a:srgbClr val="00B0F0"/>
          </a:solidFill>
        </p:spPr>
        <p:txBody>
          <a:bodyPr anchor="t">
            <a:normAutofit/>
          </a:bodyPr>
          <a:lstStyle/>
          <a:p>
            <a:pPr algn="l"/>
            <a:r>
              <a:rPr lang="en-IN" sz="2200" dirty="0">
                <a:ln w="19050">
                  <a:solidFill>
                    <a:schemeClr val="tx1">
                      <a:lumMod val="50000"/>
                      <a:lumOff val="50000"/>
                    </a:schemeClr>
                  </a:solidFill>
                </a:ln>
                <a:solidFill>
                  <a:schemeClr val="bg1"/>
                </a:solidFill>
                <a:effectLst>
                  <a:outerShdw blurRad="50800" dist="38100" algn="l" rotWithShape="0">
                    <a:prstClr val="black">
                      <a:alpha val="40000"/>
                    </a:prstClr>
                  </a:outerShdw>
                </a:effectLst>
                <a:latin typeface="Akira Expanded" panose="02000800000000000000" pitchFamily="50" charset="0"/>
              </a:rPr>
              <a:t>Direct edit in vs code </a:t>
            </a:r>
            <a:r>
              <a:rPr lang="en-IN" sz="2000" dirty="0">
                <a:ln w="19050">
                  <a:solidFill>
                    <a:schemeClr val="tx1">
                      <a:lumMod val="50000"/>
                      <a:lumOff val="50000"/>
                    </a:schemeClr>
                  </a:solidFill>
                </a:ln>
                <a:solidFill>
                  <a:schemeClr val="bg1"/>
                </a:solidFill>
                <a:effectLst>
                  <a:outerShdw blurRad="50800" dist="38100" algn="l" rotWithShape="0">
                    <a:prstClr val="black">
                      <a:alpha val="40000"/>
                    </a:prstClr>
                  </a:outerShdw>
                </a:effectLst>
                <a:latin typeface="Akira Expanded" panose="02000800000000000000" pitchFamily="50" charset="0"/>
              </a:rPr>
              <a:t>(show browser)</a:t>
            </a:r>
            <a:endParaRPr lang="en-IN" sz="2200" dirty="0">
              <a:ln w="19050">
                <a:solidFill>
                  <a:schemeClr val="tx1">
                    <a:lumMod val="50000"/>
                    <a:lumOff val="50000"/>
                  </a:schemeClr>
                </a:solidFill>
              </a:ln>
              <a:solidFill>
                <a:schemeClr val="bg1"/>
              </a:solidFill>
              <a:effectLst>
                <a:outerShdw blurRad="50800" dist="38100" algn="l" rotWithShape="0">
                  <a:prstClr val="black">
                    <a:alpha val="40000"/>
                  </a:prstClr>
                </a:outerShdw>
              </a:effectLst>
              <a:latin typeface="Akira Expanded" panose="02000800000000000000" pitchFamily="50" charset="0"/>
            </a:endParaRPr>
          </a:p>
        </p:txBody>
      </p:sp>
      <p:cxnSp>
        <p:nvCxnSpPr>
          <p:cNvPr id="13" name="Straight Connector 12">
            <a:extLst>
              <a:ext uri="{FF2B5EF4-FFF2-40B4-BE49-F238E27FC236}">
                <a16:creationId xmlns:a16="http://schemas.microsoft.com/office/drawing/2014/main" id="{D7077E14-B813-874A-A633-813BCEAD61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031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F6C14-932C-A866-16A6-0C1E892DC3F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A2C38D-0DD8-2975-5440-AFF00B3C0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6D5796-A8D8-18A1-4075-5ECD3A973EE7}"/>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Open Webpage directly in VS Code</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43F1409E-D083-01B9-197A-425361EF2A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DFF373F-9B9A-9B12-C250-5850C4B4BF54}"/>
              </a:ext>
            </a:extLst>
          </p:cNvPr>
          <p:cNvSpPr>
            <a:spLocks noGrp="1"/>
          </p:cNvSpPr>
          <p:nvPr>
            <p:ph idx="1"/>
          </p:nvPr>
        </p:nvSpPr>
        <p:spPr>
          <a:xfrm>
            <a:off x="704086" y="1902401"/>
            <a:ext cx="6776103" cy="4303845"/>
          </a:xfrm>
        </p:spPr>
        <p:txBody>
          <a:bodyPr>
            <a:normAutofit fontScale="92500" lnSpcReduction="20000"/>
          </a:bodyPr>
          <a:lstStyle/>
          <a:p>
            <a:r>
              <a:rPr lang="en-IN" sz="2400" dirty="0">
                <a:latin typeface="Univers Condensed" panose="020B0506020202050204" pitchFamily="34" charset="0"/>
              </a:rPr>
              <a:t>We can pickup the elements directly in VS code and reference them in the chart and get suggestions.</a:t>
            </a:r>
            <a:endParaRPr lang="en-IN" sz="2000" dirty="0">
              <a:latin typeface="Univers Condensed" panose="020B0506020202050204" pitchFamily="34" charset="0"/>
            </a:endParaRPr>
          </a:p>
          <a:p>
            <a:r>
              <a:rPr lang="en-IN" sz="2400" dirty="0">
                <a:latin typeface="Univers Condensed" panose="020B0506020202050204" pitchFamily="34" charset="0"/>
              </a:rPr>
              <a:t>Ctrl + Shift + P</a:t>
            </a:r>
          </a:p>
          <a:p>
            <a:pPr lvl="1"/>
            <a:r>
              <a:rPr lang="en-IN" sz="2100" dirty="0">
                <a:latin typeface="Univers Condensed" panose="020B0506020202050204" pitchFamily="34" charset="0"/>
              </a:rPr>
              <a:t>Select simple browser – show</a:t>
            </a:r>
          </a:p>
          <a:p>
            <a:pPr lvl="1"/>
            <a:r>
              <a:rPr lang="en-IN" sz="2100" dirty="0">
                <a:latin typeface="Univers Condensed" panose="020B0506020202050204" pitchFamily="34" charset="0"/>
              </a:rPr>
              <a:t>Add the </a:t>
            </a:r>
            <a:r>
              <a:rPr lang="en-IN" sz="2100" dirty="0" err="1">
                <a:latin typeface="Univers Condensed" panose="020B0506020202050204" pitchFamily="34" charset="0"/>
              </a:rPr>
              <a:t>localhose</a:t>
            </a:r>
            <a:r>
              <a:rPr lang="en-IN" sz="2100" dirty="0">
                <a:latin typeface="Univers Condensed" panose="020B0506020202050204" pitchFamily="34" charset="0"/>
              </a:rPr>
              <a:t> link</a:t>
            </a:r>
          </a:p>
          <a:p>
            <a:r>
              <a:rPr lang="en-IN" sz="2000" dirty="0">
                <a:latin typeface="Univers Condensed" panose="020B0506020202050204" pitchFamily="34" charset="0"/>
              </a:rPr>
              <a:t>Once you can see the browser in VS Code</a:t>
            </a:r>
          </a:p>
          <a:p>
            <a:pPr lvl="1"/>
            <a:r>
              <a:rPr lang="en-US" sz="2000" dirty="0">
                <a:latin typeface="Univers Condensed" panose="020B0506020202050204" pitchFamily="34" charset="0"/>
              </a:rPr>
              <a:t>bottom-right corner of the screen, you can Continuous selection as shown in the pic</a:t>
            </a:r>
          </a:p>
          <a:p>
            <a:pPr lvl="1"/>
            <a:r>
              <a:rPr lang="en-IN" sz="2000" dirty="0">
                <a:latin typeface="Univers Condensed" panose="020B0506020202050204" pitchFamily="34" charset="0"/>
              </a:rPr>
              <a:t>You can select continuously all elements to add to chat as a reference</a:t>
            </a:r>
            <a:endParaRPr lang="en-IN" sz="1600" dirty="0">
              <a:latin typeface="Univers Condensed" panose="020B0506020202050204" pitchFamily="34" charset="0"/>
            </a:endParaRPr>
          </a:p>
          <a:p>
            <a:pPr marL="457200" lvl="1" indent="0">
              <a:buNone/>
            </a:pPr>
            <a:r>
              <a:rPr lang="en-IN" sz="2000" dirty="0">
                <a:latin typeface="Univers Condensed" panose="020B0506020202050204" pitchFamily="34" charset="0"/>
              </a:rPr>
              <a:t>Element will be added as screenshot + the tag reference also will be added</a:t>
            </a:r>
          </a:p>
          <a:p>
            <a:r>
              <a:rPr lang="en-IN" sz="2400" dirty="0">
                <a:latin typeface="Univers Condensed" panose="020B0506020202050204" pitchFamily="34" charset="0"/>
              </a:rPr>
              <a:t>Add instruction to  work with the buttons</a:t>
            </a:r>
          </a:p>
          <a:p>
            <a:pPr lvl="2"/>
            <a:r>
              <a:rPr lang="en-IN" sz="1700" dirty="0">
                <a:latin typeface="Univers Condensed" panose="020B0506020202050204" pitchFamily="34" charset="0"/>
              </a:rPr>
              <a:t>Make sure these elements adhere to the uicomponents.md #uicomponents.md</a:t>
            </a:r>
          </a:p>
          <a:p>
            <a:pPr marL="457200" lvl="1" indent="0">
              <a:buNone/>
            </a:pPr>
            <a:r>
              <a:rPr lang="en-IN" sz="2100" dirty="0">
                <a:latin typeface="Univers Condensed" panose="020B0506020202050204" pitchFamily="34" charset="0"/>
              </a:rPr>
              <a:t>		</a:t>
            </a:r>
            <a:r>
              <a:rPr lang="en-IN" sz="2000" dirty="0">
                <a:latin typeface="Univers Condensed" panose="020B0506020202050204" pitchFamily="34" charset="0"/>
              </a:rPr>
              <a:t>					</a:t>
            </a:r>
          </a:p>
        </p:txBody>
      </p:sp>
      <p:pic>
        <p:nvPicPr>
          <p:cNvPr id="4" name="Picture 3">
            <a:extLst>
              <a:ext uri="{FF2B5EF4-FFF2-40B4-BE49-F238E27FC236}">
                <a16:creationId xmlns:a16="http://schemas.microsoft.com/office/drawing/2014/main" id="{3A64B6DF-DEB9-FCF1-A366-88C9FE51FEF2}"/>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
        <p:nvSpPr>
          <p:cNvPr id="24" name="Freeform: Shape 23">
            <a:extLst>
              <a:ext uri="{FF2B5EF4-FFF2-40B4-BE49-F238E27FC236}">
                <a16:creationId xmlns:a16="http://schemas.microsoft.com/office/drawing/2014/main" id="{DDCB6231-2812-8A7F-905B-C06106E2550F}"/>
              </a:ext>
            </a:extLst>
          </p:cNvPr>
          <p:cNvSpPr/>
          <p:nvPr/>
        </p:nvSpPr>
        <p:spPr>
          <a:xfrm>
            <a:off x="8714534" y="5065582"/>
            <a:ext cx="1022" cy="8445"/>
          </a:xfrm>
          <a:custGeom>
            <a:avLst/>
            <a:gdLst>
              <a:gd name="csX0" fmla="*/ 1022 w 1022"/>
              <a:gd name="csY0" fmla="*/ 0 h 8445"/>
              <a:gd name="csX1" fmla="*/ 291 w 1022"/>
              <a:gd name="csY1" fmla="*/ 7133 h 8445"/>
              <a:gd name="csX2" fmla="*/ 214 w 1022"/>
              <a:gd name="csY2" fmla="*/ 5854 h 8445"/>
              <a:gd name="csX3" fmla="*/ 1022 w 1022"/>
              <a:gd name="csY3" fmla="*/ 0 h 8445"/>
            </a:gdLst>
            <a:ahLst/>
            <a:cxnLst>
              <a:cxn ang="0">
                <a:pos x="csX0" y="csY0"/>
              </a:cxn>
              <a:cxn ang="0">
                <a:pos x="csX1" y="csY1"/>
              </a:cxn>
              <a:cxn ang="0">
                <a:pos x="csX2" y="csY2"/>
              </a:cxn>
              <a:cxn ang="0">
                <a:pos x="csX3" y="csY3"/>
              </a:cxn>
            </a:cxnLst>
            <a:rect l="l" t="t" r="r" b="b"/>
            <a:pathLst>
              <a:path w="1022" h="8445">
                <a:moveTo>
                  <a:pt x="1022" y="0"/>
                </a:moveTo>
                <a:lnTo>
                  <a:pt x="291" y="7133"/>
                </a:lnTo>
                <a:cubicBezTo>
                  <a:pt x="-3" y="9022"/>
                  <a:pt x="-145" y="9099"/>
                  <a:pt x="214" y="5854"/>
                </a:cubicBezTo>
                <a:lnTo>
                  <a:pt x="102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1" name="Freeform: Shape 20">
            <a:extLst>
              <a:ext uri="{FF2B5EF4-FFF2-40B4-BE49-F238E27FC236}">
                <a16:creationId xmlns:a16="http://schemas.microsoft.com/office/drawing/2014/main" id="{9B960493-979A-F6A7-A765-5752E1F5CE79}"/>
              </a:ext>
            </a:extLst>
          </p:cNvPr>
          <p:cNvSpPr/>
          <p:nvPr/>
        </p:nvSpPr>
        <p:spPr>
          <a:xfrm>
            <a:off x="8502742" y="4236766"/>
            <a:ext cx="2440" cy="2913"/>
          </a:xfrm>
          <a:custGeom>
            <a:avLst/>
            <a:gdLst>
              <a:gd name="csX0" fmla="*/ 0 w 2440"/>
              <a:gd name="csY0" fmla="*/ 0 h 2913"/>
              <a:gd name="csX1" fmla="*/ 194 w 2440"/>
              <a:gd name="csY1" fmla="*/ 208 h 2913"/>
              <a:gd name="csX2" fmla="*/ 2352 w 2440"/>
              <a:gd name="csY2" fmla="*/ 2853 h 2913"/>
              <a:gd name="csX3" fmla="*/ 0 w 2440"/>
              <a:gd name="csY3" fmla="*/ 0 h 2913"/>
            </a:gdLst>
            <a:ahLst/>
            <a:cxnLst>
              <a:cxn ang="0">
                <a:pos x="csX0" y="csY0"/>
              </a:cxn>
              <a:cxn ang="0">
                <a:pos x="csX1" y="csY1"/>
              </a:cxn>
              <a:cxn ang="0">
                <a:pos x="csX2" y="csY2"/>
              </a:cxn>
              <a:cxn ang="0">
                <a:pos x="csX3" y="csY3"/>
              </a:cxn>
            </a:cxnLst>
            <a:rect l="l" t="t" r="r" b="b"/>
            <a:pathLst>
              <a:path w="2440" h="2913">
                <a:moveTo>
                  <a:pt x="0" y="0"/>
                </a:moveTo>
                <a:lnTo>
                  <a:pt x="194" y="208"/>
                </a:lnTo>
                <a:cubicBezTo>
                  <a:pt x="2194" y="2463"/>
                  <a:pt x="2665" y="3136"/>
                  <a:pt x="2352" y="2853"/>
                </a:cubicBez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 name="Rectangle: Rounded Corners 6">
            <a:extLst>
              <a:ext uri="{FF2B5EF4-FFF2-40B4-BE49-F238E27FC236}">
                <a16:creationId xmlns:a16="http://schemas.microsoft.com/office/drawing/2014/main" id="{FFF892EC-8A8A-F2C7-AC57-1D4EA1A0C82B}"/>
              </a:ext>
            </a:extLst>
          </p:cNvPr>
          <p:cNvSpPr/>
          <p:nvPr/>
        </p:nvSpPr>
        <p:spPr>
          <a:xfrm>
            <a:off x="7708001" y="1792418"/>
            <a:ext cx="3278016" cy="1035553"/>
          </a:xfrm>
          <a:prstGeom prst="roundRect">
            <a:avLst>
              <a:gd name="adj" fmla="val 2768"/>
            </a:avLst>
          </a:prstGeom>
          <a:blipFill>
            <a:blip r:embed="rId4"/>
            <a:stretch>
              <a:fillRect/>
            </a:stretch>
          </a:blipFill>
          <a:effectLst>
            <a:reflection blurRad="2540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F5B52FE-1B4E-574A-0182-5295F08EEA62}"/>
              </a:ext>
            </a:extLst>
          </p:cNvPr>
          <p:cNvSpPr txBox="1"/>
          <p:nvPr/>
        </p:nvSpPr>
        <p:spPr>
          <a:xfrm>
            <a:off x="7708001" y="1383529"/>
            <a:ext cx="1444947" cy="369332"/>
          </a:xfrm>
          <a:prstGeom prst="rect">
            <a:avLst/>
          </a:prstGeom>
          <a:solidFill>
            <a:srgbClr val="00B050"/>
          </a:solidFill>
          <a:ln>
            <a:noFill/>
          </a:ln>
          <a:effectLst>
            <a:outerShdw blurRad="63500" sx="102000" sy="102000" algn="ctr" rotWithShape="0">
              <a:prstClr val="black">
                <a:alpha val="40000"/>
              </a:prstClr>
            </a:outerShdw>
          </a:effectLst>
        </p:spPr>
        <p:txBody>
          <a:bodyPr wrap="none" rtlCol="0">
            <a:spAutoFit/>
          </a:bodyPr>
          <a:lstStyle/>
          <a:p>
            <a:r>
              <a:rPr lang="en-IN" b="1" dirty="0" err="1">
                <a:solidFill>
                  <a:schemeClr val="bg1"/>
                </a:solidFill>
              </a:rPr>
              <a:t>Ctrl+shift+P</a:t>
            </a:r>
            <a:endParaRPr lang="en-IN" b="1" dirty="0">
              <a:solidFill>
                <a:schemeClr val="bg1"/>
              </a:solidFill>
            </a:endParaRPr>
          </a:p>
        </p:txBody>
      </p:sp>
      <p:sp>
        <p:nvSpPr>
          <p:cNvPr id="10" name="TextBox 9">
            <a:extLst>
              <a:ext uri="{FF2B5EF4-FFF2-40B4-BE49-F238E27FC236}">
                <a16:creationId xmlns:a16="http://schemas.microsoft.com/office/drawing/2014/main" id="{548F806D-2E4F-185D-A549-451BFBBEA13E}"/>
              </a:ext>
            </a:extLst>
          </p:cNvPr>
          <p:cNvSpPr txBox="1"/>
          <p:nvPr/>
        </p:nvSpPr>
        <p:spPr>
          <a:xfrm>
            <a:off x="9686943" y="1376649"/>
            <a:ext cx="1299074" cy="369332"/>
          </a:xfrm>
          <a:prstGeom prst="rect">
            <a:avLst/>
          </a:prstGeom>
          <a:solidFill>
            <a:srgbClr val="00B050"/>
          </a:solidFill>
          <a:ln>
            <a:noFill/>
          </a:ln>
          <a:effectLst>
            <a:outerShdw blurRad="63500" sx="102000" sy="102000" algn="ctr" rotWithShape="0">
              <a:prstClr val="black">
                <a:alpha val="40000"/>
              </a:prstClr>
            </a:outerShdw>
          </a:effectLst>
        </p:spPr>
        <p:txBody>
          <a:bodyPr wrap="none" rtlCol="0">
            <a:spAutoFit/>
          </a:bodyPr>
          <a:lstStyle>
            <a:defPPr>
              <a:defRPr lang="en-US"/>
            </a:defPPr>
            <a:lvl1pPr>
              <a:defRPr b="1">
                <a:solidFill>
                  <a:schemeClr val="bg1"/>
                </a:solidFill>
              </a:defRPr>
            </a:lvl1pPr>
          </a:lstStyle>
          <a:p>
            <a:r>
              <a:rPr lang="en-IN" dirty="0"/>
              <a:t>⌘+</a:t>
            </a:r>
            <a:r>
              <a:rPr lang="en-IN" dirty="0" err="1"/>
              <a:t>shift+P</a:t>
            </a:r>
            <a:endParaRPr lang="en-IN" dirty="0"/>
          </a:p>
        </p:txBody>
      </p:sp>
      <p:sp>
        <p:nvSpPr>
          <p:cNvPr id="16" name="Rectangle: Rounded Corners 15">
            <a:extLst>
              <a:ext uri="{FF2B5EF4-FFF2-40B4-BE49-F238E27FC236}">
                <a16:creationId xmlns:a16="http://schemas.microsoft.com/office/drawing/2014/main" id="{6FB92E60-71AB-9F98-7A52-67BB865E52E8}"/>
              </a:ext>
            </a:extLst>
          </p:cNvPr>
          <p:cNvSpPr/>
          <p:nvPr/>
        </p:nvSpPr>
        <p:spPr>
          <a:xfrm>
            <a:off x="7564350" y="3363753"/>
            <a:ext cx="4245186" cy="1166047"/>
          </a:xfrm>
          <a:prstGeom prst="roundRect">
            <a:avLst>
              <a:gd name="adj" fmla="val 3319"/>
            </a:avLst>
          </a:prstGeom>
          <a:blipFill>
            <a:blip r:embed="rId5"/>
            <a:stretch>
              <a:fillRect/>
            </a:stretch>
          </a:blipFill>
          <a:effectLst>
            <a:reflection blurRad="2540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6B2B4824-B016-7061-D032-8433E906994F}"/>
              </a:ext>
            </a:extLst>
          </p:cNvPr>
          <p:cNvSpPr/>
          <p:nvPr/>
        </p:nvSpPr>
        <p:spPr>
          <a:xfrm>
            <a:off x="9844391" y="4114800"/>
            <a:ext cx="1638643" cy="330943"/>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72013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D6FB9-8087-2B09-A822-F7223641D00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3F839E4-268F-7D8D-71CF-2DC251D0C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48DA488-FB00-642F-7D47-11D7BF5DCD4C}"/>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AGENTS.md is not referred properly?</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E72162C6-B4D1-05AB-CE8E-3B43630867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ED0792B-9F89-B1AF-DC5B-C6DD4C3A754B}"/>
              </a:ext>
            </a:extLst>
          </p:cNvPr>
          <p:cNvSpPr>
            <a:spLocks noGrp="1"/>
          </p:cNvSpPr>
          <p:nvPr>
            <p:ph idx="1"/>
          </p:nvPr>
        </p:nvSpPr>
        <p:spPr>
          <a:xfrm>
            <a:off x="704086" y="1902401"/>
            <a:ext cx="6776103" cy="4303845"/>
          </a:xfrm>
        </p:spPr>
        <p:txBody>
          <a:bodyPr>
            <a:normAutofit/>
          </a:bodyPr>
          <a:lstStyle/>
          <a:p>
            <a:r>
              <a:rPr lang="en-IN" sz="2400" dirty="0">
                <a:latin typeface="Univers Condensed" panose="020B0506020202050204" pitchFamily="34" charset="0"/>
              </a:rPr>
              <a:t>After looking at all these issues (if at all you find in the last slide) it seems, copilot chat is not really reading AGENTS.md file for instructions so, we need to manage and reiterate to it.</a:t>
            </a:r>
          </a:p>
          <a:p>
            <a:pPr lvl="1"/>
            <a:r>
              <a:rPr lang="en-IN" sz="1700" dirty="0">
                <a:latin typeface="Univers Condensed" panose="020B0506020202050204" pitchFamily="34" charset="0"/>
              </a:rPr>
              <a:t>NEW CHAT : update the AGENTS.md file to make sure that its incredibly important </a:t>
            </a:r>
            <a:r>
              <a:rPr lang="en-IN" sz="1700" dirty="0" err="1">
                <a:latin typeface="Univers Condensed" panose="020B0506020202050204" pitchFamily="34" charset="0"/>
              </a:rPr>
              <a:t>ot</a:t>
            </a:r>
            <a:r>
              <a:rPr lang="en-IN" sz="1700" dirty="0">
                <a:latin typeface="Univers Condensed" panose="020B0506020202050204" pitchFamily="34" charset="0"/>
              </a:rPr>
              <a:t> ALWAYS read the relevant individual instruction files withing the /docs directory BEFORE generating ANY code</a:t>
            </a:r>
          </a:p>
          <a:p>
            <a:pPr marL="457200" lvl="1" indent="0">
              <a:buNone/>
            </a:pPr>
            <a:r>
              <a:rPr lang="en-IN" sz="2100" dirty="0">
                <a:latin typeface="Univers Condensed" panose="020B0506020202050204" pitchFamily="34" charset="0"/>
              </a:rPr>
              <a:t>		</a:t>
            </a:r>
            <a:r>
              <a:rPr lang="en-IN" sz="2000" dirty="0">
                <a:latin typeface="Univers Condensed" panose="020B0506020202050204" pitchFamily="34" charset="0"/>
              </a:rPr>
              <a:t>					</a:t>
            </a:r>
          </a:p>
        </p:txBody>
      </p:sp>
      <p:pic>
        <p:nvPicPr>
          <p:cNvPr id="4" name="Picture 3">
            <a:extLst>
              <a:ext uri="{FF2B5EF4-FFF2-40B4-BE49-F238E27FC236}">
                <a16:creationId xmlns:a16="http://schemas.microsoft.com/office/drawing/2014/main" id="{61176E16-73AA-A79A-904C-CD8058B828C6}"/>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2470289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7470-6A75-4F1F-9D2A-325C3659338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CF5E1D-C8C7-0B60-0A6B-6FF357E80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E1A0A6-618C-CC3D-37C7-C8491EECA069}"/>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Commit and Publish</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A99E1433-35B1-805E-5A11-0B14BDEEC7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DCBA07C-B2C9-DF15-B4D7-3DD0682AE4FD}"/>
              </a:ext>
            </a:extLst>
          </p:cNvPr>
          <p:cNvSpPr>
            <a:spLocks noGrp="1"/>
          </p:cNvSpPr>
          <p:nvPr>
            <p:ph idx="1"/>
          </p:nvPr>
        </p:nvSpPr>
        <p:spPr>
          <a:xfrm>
            <a:off x="704086" y="1902401"/>
            <a:ext cx="6776103" cy="4303845"/>
          </a:xfrm>
        </p:spPr>
        <p:txBody>
          <a:bodyPr>
            <a:normAutofit/>
          </a:bodyPr>
          <a:lstStyle/>
          <a:p>
            <a:r>
              <a:rPr lang="en-US" sz="2400" dirty="0">
                <a:latin typeface="Univers Condensed" panose="020B0506020202050204" pitchFamily="34" charset="0"/>
              </a:rPr>
              <a:t>We haven’t committed or pushed the changes yet</a:t>
            </a:r>
            <a:r>
              <a:rPr lang="en-IN" sz="2000" dirty="0">
                <a:latin typeface="Univers Condensed" panose="020B0506020202050204" pitchFamily="34" charset="0"/>
              </a:rPr>
              <a:t>	in VS code , go to Source Control and click on             copilot sparkles icon, and copy the message (because this is the first commit) and it is too long. </a:t>
            </a:r>
          </a:p>
          <a:p>
            <a:r>
              <a:rPr lang="en-IN" sz="2000" dirty="0">
                <a:latin typeface="Univers Condensed" panose="020B0506020202050204" pitchFamily="34" charset="0"/>
              </a:rPr>
              <a:t>Commit with a simple message as initial message and publish to a public repository and keep the name as it was.</a:t>
            </a:r>
          </a:p>
          <a:p>
            <a:r>
              <a:rPr lang="en-IN" sz="2000" dirty="0">
                <a:latin typeface="Univers Condensed" panose="020B0506020202050204" pitchFamily="34" charset="0"/>
              </a:rPr>
              <a:t>Check the same in github.com and see whether successfully published into GitHub repository.	</a:t>
            </a:r>
          </a:p>
        </p:txBody>
      </p:sp>
      <p:pic>
        <p:nvPicPr>
          <p:cNvPr id="4" name="Picture 3">
            <a:extLst>
              <a:ext uri="{FF2B5EF4-FFF2-40B4-BE49-F238E27FC236}">
                <a16:creationId xmlns:a16="http://schemas.microsoft.com/office/drawing/2014/main" id="{4EAA27FA-6B87-2F4E-4F09-C98B4D03C45F}"/>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6" name="Picture 5">
            <a:extLst>
              <a:ext uri="{FF2B5EF4-FFF2-40B4-BE49-F238E27FC236}">
                <a16:creationId xmlns:a16="http://schemas.microsoft.com/office/drawing/2014/main" id="{1B2AA306-E9C2-5DA9-DB91-AB5E5D1AF490}"/>
              </a:ext>
            </a:extLst>
          </p:cNvPr>
          <p:cNvPicPr>
            <a:picLocks noChangeAspect="1"/>
          </p:cNvPicPr>
          <p:nvPr/>
        </p:nvPicPr>
        <p:blipFill>
          <a:blip r:embed="rId4"/>
          <a:srcRect l="14485" t="20294" r="16686" b="20017"/>
          <a:stretch>
            <a:fillRect/>
          </a:stretch>
        </p:blipFill>
        <p:spPr>
          <a:xfrm>
            <a:off x="5564220" y="2221990"/>
            <a:ext cx="428017" cy="359923"/>
          </a:xfrm>
          <a:prstGeom prst="rect">
            <a:avLst/>
          </a:prstGeom>
        </p:spPr>
      </p:pic>
    </p:spTree>
    <p:extLst>
      <p:ext uri="{BB962C8B-B14F-4D97-AF65-F5344CB8AC3E}">
        <p14:creationId xmlns:p14="http://schemas.microsoft.com/office/powerpoint/2010/main" val="683721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BF5D-5C7B-E010-59D2-69B6CEE8827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E2B8285-4BE0-6BBC-A68A-840CCD64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033DC964-E928-737D-3275-A6930FA0B225}"/>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0271E5BE-5738-1A74-181C-350F1E33C9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F25DB71E-51BD-AC7D-9E3C-04BBDADAFB4E}"/>
              </a:ext>
            </a:extLst>
          </p:cNvPr>
          <p:cNvSpPr>
            <a:spLocks noGrp="1"/>
          </p:cNvSpPr>
          <p:nvPr>
            <p:ph type="ctrTitle"/>
          </p:nvPr>
        </p:nvSpPr>
        <p:spPr>
          <a:xfrm>
            <a:off x="313786" y="908651"/>
            <a:ext cx="5497734" cy="4005454"/>
          </a:xfrm>
        </p:spPr>
        <p:txBody>
          <a:bodyPr anchor="t">
            <a:normAutofit/>
          </a:bodyPr>
          <a:lstStyle/>
          <a:p>
            <a:pPr algn="l"/>
            <a:r>
              <a:rPr lang="en-IN" sz="6800" dirty="0">
                <a:solidFill>
                  <a:sysClr val="windowText" lastClr="000000"/>
                </a:solidFill>
                <a:latin typeface="Akira Expanded" panose="02000800000000000000" pitchFamily="50" charset="0"/>
              </a:rPr>
              <a:t>Custom</a:t>
            </a:r>
            <a:br>
              <a:rPr lang="en-IN" sz="6800" dirty="0">
                <a:solidFill>
                  <a:sysClr val="windowText" lastClr="000000"/>
                </a:solidFill>
                <a:latin typeface="Akira Expanded" panose="02000800000000000000" pitchFamily="50" charset="0"/>
              </a:rPr>
            </a:br>
            <a:r>
              <a:rPr lang="en-IN" sz="6800" dirty="0">
                <a:solidFill>
                  <a:sysClr val="windowText" lastClr="000000"/>
                </a:solidFill>
                <a:latin typeface="Akira Expanded" panose="02000800000000000000" pitchFamily="50" charset="0"/>
              </a:rPr>
              <a:t>agents</a:t>
            </a:r>
            <a:br>
              <a:rPr lang="en-IN" sz="6800" dirty="0">
                <a:solidFill>
                  <a:sysClr val="windowText" lastClr="000000"/>
                </a:solidFill>
                <a:latin typeface="Akira Expanded" panose="02000800000000000000" pitchFamily="50" charset="0"/>
              </a:rPr>
            </a:br>
            <a:r>
              <a:rPr lang="en-IN" sz="4000" dirty="0">
                <a:solidFill>
                  <a:sysClr val="windowText" lastClr="000000"/>
                </a:solidFill>
                <a:latin typeface="Akira Expanded" panose="02000800000000000000" pitchFamily="50" charset="0"/>
              </a:rPr>
              <a:t>cloud agents</a:t>
            </a:r>
            <a:br>
              <a:rPr lang="en-IN" sz="6800" dirty="0">
                <a:solidFill>
                  <a:sysClr val="windowText" lastClr="000000"/>
                </a:solidFill>
                <a:latin typeface="Akira Expanded" panose="02000800000000000000" pitchFamily="50" charset="0"/>
              </a:rPr>
            </a:br>
            <a:endParaRPr lang="en-IN" sz="6800" dirty="0">
              <a:solidFill>
                <a:sysClr val="windowText" lastClr="000000"/>
              </a:solidFill>
              <a:latin typeface="Akira Expanded" panose="02000800000000000000" pitchFamily="50" charset="0"/>
            </a:endParaRPr>
          </a:p>
        </p:txBody>
      </p:sp>
      <p:sp>
        <p:nvSpPr>
          <p:cNvPr id="3" name="Subtitle 2">
            <a:extLst>
              <a:ext uri="{FF2B5EF4-FFF2-40B4-BE49-F238E27FC236}">
                <a16:creationId xmlns:a16="http://schemas.microsoft.com/office/drawing/2014/main" id="{4285DC31-B5BB-2F21-DBB0-73B41AFCE747}"/>
              </a:ext>
            </a:extLst>
          </p:cNvPr>
          <p:cNvSpPr>
            <a:spLocks noGrp="1"/>
          </p:cNvSpPr>
          <p:nvPr>
            <p:ph type="subTitle" idx="1"/>
          </p:nvPr>
        </p:nvSpPr>
        <p:spPr>
          <a:xfrm>
            <a:off x="313785" y="5050632"/>
            <a:ext cx="5318529" cy="898717"/>
          </a:xfrm>
          <a:solidFill>
            <a:srgbClr val="00B0F0"/>
          </a:solidFill>
        </p:spPr>
        <p:txBody>
          <a:bodyPr anchor="t">
            <a:normAutofit/>
          </a:bodyPr>
          <a:lstStyle/>
          <a:p>
            <a:pPr algn="l"/>
            <a:r>
              <a:rPr lang="en-IN" sz="2200" dirty="0">
                <a:ln w="19050">
                  <a:solidFill>
                    <a:schemeClr val="tx1">
                      <a:lumMod val="50000"/>
                      <a:lumOff val="50000"/>
                    </a:schemeClr>
                  </a:solidFill>
                </a:ln>
                <a:solidFill>
                  <a:schemeClr val="bg1"/>
                </a:solidFill>
                <a:effectLst>
                  <a:outerShdw blurRad="50800" dist="38100" algn="l" rotWithShape="0">
                    <a:prstClr val="black">
                      <a:alpha val="40000"/>
                    </a:prstClr>
                  </a:outerShdw>
                </a:effectLst>
                <a:latin typeface="Akira Expanded" panose="02000800000000000000" pitchFamily="50" charset="0"/>
              </a:rPr>
              <a:t>Implement landing page with cloud agent</a:t>
            </a:r>
          </a:p>
        </p:txBody>
      </p:sp>
      <p:cxnSp>
        <p:nvCxnSpPr>
          <p:cNvPr id="13" name="Straight Connector 12">
            <a:extLst>
              <a:ext uri="{FF2B5EF4-FFF2-40B4-BE49-F238E27FC236}">
                <a16:creationId xmlns:a16="http://schemas.microsoft.com/office/drawing/2014/main" id="{84F2771A-1708-FC79-0869-9E821E16BF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3688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6BBA8-DB1F-5AD9-F355-3EE4E67E68B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9F143E-D30D-EDF5-B4F7-45E75159F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E165AA-8C5A-5D85-4432-363085CF7A87}"/>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More Agent options…</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D03D7618-29B0-7D50-2EBD-927E9FA1F5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81BFFBE-B141-1535-922D-775BDCFF7D34}"/>
              </a:ext>
            </a:extLst>
          </p:cNvPr>
          <p:cNvSpPr>
            <a:spLocks noGrp="1"/>
          </p:cNvSpPr>
          <p:nvPr>
            <p:ph idx="1"/>
          </p:nvPr>
        </p:nvSpPr>
        <p:spPr>
          <a:xfrm>
            <a:off x="704086" y="1902401"/>
            <a:ext cx="6776103" cy="4303845"/>
          </a:xfrm>
        </p:spPr>
        <p:txBody>
          <a:bodyPr>
            <a:normAutofit fontScale="92500"/>
          </a:bodyPr>
          <a:lstStyle/>
          <a:p>
            <a:r>
              <a:rPr lang="en-IN" sz="2400" dirty="0">
                <a:latin typeface="Univers Condensed" panose="020B0506020202050204" pitchFamily="34" charset="0"/>
              </a:rPr>
              <a:t>Add a new chat window and type the below chat</a:t>
            </a:r>
          </a:p>
          <a:p>
            <a:pPr lvl="1"/>
            <a:r>
              <a:rPr lang="en-IN" dirty="0">
                <a:latin typeface="Univers Condensed" panose="020B0506020202050204" pitchFamily="34" charset="0"/>
              </a:rPr>
              <a:t>“Implement the homepage which should be a landing page highlighting the features of this app”.</a:t>
            </a:r>
          </a:p>
          <a:p>
            <a:r>
              <a:rPr lang="en-IN" dirty="0">
                <a:latin typeface="Univers Condensed" panose="020B0506020202050204" pitchFamily="34" charset="0"/>
              </a:rPr>
              <a:t>Click on         button to see                 where you can see Background and Cloud Agent options</a:t>
            </a:r>
          </a:p>
          <a:p>
            <a:r>
              <a:rPr lang="en-IN" sz="2400" dirty="0">
                <a:latin typeface="Univers Condensed" panose="020B0506020202050204" pitchFamily="34" charset="0"/>
              </a:rPr>
              <a:t>Background agents are similar to Chat Agents but they work in the background in a separate work tree and we can hv multiple background agents simultaneously</a:t>
            </a:r>
          </a:p>
          <a:p>
            <a:r>
              <a:rPr lang="en-IN" sz="2400" dirty="0">
                <a:latin typeface="Univers Condensed" panose="020B0506020202050204" pitchFamily="34" charset="0"/>
              </a:rPr>
              <a:t>Once the job is over we can merge those branches in main branch.</a:t>
            </a:r>
          </a:p>
          <a:p>
            <a:pPr lvl="1"/>
            <a:endParaRPr lang="en-IN" sz="1600" dirty="0">
              <a:latin typeface="Univers Condensed" panose="020B0506020202050204" pitchFamily="34" charset="0"/>
            </a:endParaRPr>
          </a:p>
        </p:txBody>
      </p:sp>
      <p:pic>
        <p:nvPicPr>
          <p:cNvPr id="4" name="Picture 3">
            <a:extLst>
              <a:ext uri="{FF2B5EF4-FFF2-40B4-BE49-F238E27FC236}">
                <a16:creationId xmlns:a16="http://schemas.microsoft.com/office/drawing/2014/main" id="{D9EEE687-8E87-7A8E-2FA3-41C4CEF0194C}"/>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7" name="Picture 6">
            <a:extLst>
              <a:ext uri="{FF2B5EF4-FFF2-40B4-BE49-F238E27FC236}">
                <a16:creationId xmlns:a16="http://schemas.microsoft.com/office/drawing/2014/main" id="{4A317EA6-0830-82C5-FDA0-3F24772ABE99}"/>
              </a:ext>
            </a:extLst>
          </p:cNvPr>
          <p:cNvPicPr>
            <a:picLocks noChangeAspect="1"/>
          </p:cNvPicPr>
          <p:nvPr/>
        </p:nvPicPr>
        <p:blipFill>
          <a:blip r:embed="rId4"/>
          <a:stretch>
            <a:fillRect/>
          </a:stretch>
        </p:blipFill>
        <p:spPr>
          <a:xfrm>
            <a:off x="7918315" y="1694600"/>
            <a:ext cx="3248478" cy="2029108"/>
          </a:xfrm>
          <a:prstGeom prst="rect">
            <a:avLst/>
          </a:prstGeom>
        </p:spPr>
      </p:pic>
      <p:pic>
        <p:nvPicPr>
          <p:cNvPr id="8" name="Picture 7">
            <a:extLst>
              <a:ext uri="{FF2B5EF4-FFF2-40B4-BE49-F238E27FC236}">
                <a16:creationId xmlns:a16="http://schemas.microsoft.com/office/drawing/2014/main" id="{EF699C06-2111-C0D5-F1EE-F93CB3D2C53E}"/>
              </a:ext>
            </a:extLst>
          </p:cNvPr>
          <p:cNvPicPr>
            <a:picLocks noChangeAspect="1"/>
          </p:cNvPicPr>
          <p:nvPr/>
        </p:nvPicPr>
        <p:blipFill>
          <a:blip r:embed="rId4"/>
          <a:srcRect l="78537" t="72087" r="11997" b="13786"/>
          <a:stretch>
            <a:fillRect/>
          </a:stretch>
        </p:blipFill>
        <p:spPr>
          <a:xfrm>
            <a:off x="10914587" y="3268492"/>
            <a:ext cx="749030" cy="69824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0" name="Picture 9">
            <a:extLst>
              <a:ext uri="{FF2B5EF4-FFF2-40B4-BE49-F238E27FC236}">
                <a16:creationId xmlns:a16="http://schemas.microsoft.com/office/drawing/2014/main" id="{9124C3C3-79C2-921C-1D51-2147C7EA3793}"/>
              </a:ext>
            </a:extLst>
          </p:cNvPr>
          <p:cNvPicPr>
            <a:picLocks noChangeAspect="1"/>
          </p:cNvPicPr>
          <p:nvPr/>
        </p:nvPicPr>
        <p:blipFill>
          <a:blip r:embed="rId4"/>
          <a:srcRect l="78537" t="72087" r="11997" b="13786"/>
          <a:stretch>
            <a:fillRect/>
          </a:stretch>
        </p:blipFill>
        <p:spPr>
          <a:xfrm>
            <a:off x="2227862" y="3009467"/>
            <a:ext cx="430219" cy="40104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3" name="Picture 12">
            <a:extLst>
              <a:ext uri="{FF2B5EF4-FFF2-40B4-BE49-F238E27FC236}">
                <a16:creationId xmlns:a16="http://schemas.microsoft.com/office/drawing/2014/main" id="{B1AE789A-AA4E-98F0-1232-813CE52B49EE}"/>
              </a:ext>
            </a:extLst>
          </p:cNvPr>
          <p:cNvPicPr>
            <a:picLocks noChangeAspect="1"/>
          </p:cNvPicPr>
          <p:nvPr/>
        </p:nvPicPr>
        <p:blipFill>
          <a:blip r:embed="rId5"/>
          <a:srcRect l="3557" t="7366" r="4771"/>
          <a:stretch>
            <a:fillRect/>
          </a:stretch>
        </p:blipFill>
        <p:spPr>
          <a:xfrm>
            <a:off x="7918315" y="3870310"/>
            <a:ext cx="1615601" cy="1738443"/>
          </a:xfrm>
          <a:prstGeom prst="rect">
            <a:avLst/>
          </a:prstGeom>
        </p:spPr>
      </p:pic>
      <p:pic>
        <p:nvPicPr>
          <p:cNvPr id="14" name="Picture 13">
            <a:extLst>
              <a:ext uri="{FF2B5EF4-FFF2-40B4-BE49-F238E27FC236}">
                <a16:creationId xmlns:a16="http://schemas.microsoft.com/office/drawing/2014/main" id="{4D39B4F0-BBCE-C1FF-E298-65C1724A33E5}"/>
              </a:ext>
            </a:extLst>
          </p:cNvPr>
          <p:cNvPicPr>
            <a:picLocks noChangeAspect="1"/>
          </p:cNvPicPr>
          <p:nvPr/>
        </p:nvPicPr>
        <p:blipFill>
          <a:blip r:embed="rId5"/>
          <a:srcRect l="6708" t="15319" r="42261" b="73818"/>
          <a:stretch>
            <a:fillRect/>
          </a:stretch>
        </p:blipFill>
        <p:spPr>
          <a:xfrm>
            <a:off x="4571720" y="3091715"/>
            <a:ext cx="1043721" cy="23655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2111599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E0A5-DBB7-A28B-3368-C8B29AE0749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EFB0BFB-244B-E852-F62E-C6BFC1325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6C3239-C367-74F0-5961-1534F3DDA1AB}"/>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Working with cloud agents</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2BF092E0-3100-DE58-20F1-AC941FBE4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78A3918-C1D5-B3D2-2DF2-6D35BCFE5880}"/>
              </a:ext>
            </a:extLst>
          </p:cNvPr>
          <p:cNvSpPr>
            <a:spLocks noGrp="1"/>
          </p:cNvSpPr>
          <p:nvPr>
            <p:ph idx="1"/>
          </p:nvPr>
        </p:nvSpPr>
        <p:spPr>
          <a:xfrm>
            <a:off x="704086" y="1902401"/>
            <a:ext cx="6776103" cy="4303845"/>
          </a:xfrm>
        </p:spPr>
        <p:txBody>
          <a:bodyPr>
            <a:normAutofit/>
          </a:bodyPr>
          <a:lstStyle/>
          <a:p>
            <a:r>
              <a:rPr lang="en-IN" sz="2400" dirty="0">
                <a:latin typeface="Univers Condensed" panose="020B0506020202050204" pitchFamily="34" charset="0"/>
              </a:rPr>
              <a:t>If we select on Cloud agents</a:t>
            </a:r>
          </a:p>
          <a:p>
            <a:pPr lvl="1"/>
            <a:r>
              <a:rPr lang="en-IN" dirty="0">
                <a:latin typeface="Univers Condensed" panose="020B0506020202050204" pitchFamily="34" charset="0"/>
              </a:rPr>
              <a:t>They will create a new branch and it start working in cloud </a:t>
            </a:r>
          </a:p>
          <a:p>
            <a:pPr lvl="1"/>
            <a:r>
              <a:rPr lang="en-IN" dirty="0">
                <a:latin typeface="Univers Condensed" panose="020B0506020202050204" pitchFamily="34" charset="0"/>
              </a:rPr>
              <a:t>It creates a virtual browser and tests all the changes made using playwright</a:t>
            </a:r>
          </a:p>
          <a:p>
            <a:pPr lvl="1"/>
            <a:r>
              <a:rPr lang="en-IN" dirty="0">
                <a:latin typeface="Univers Condensed" panose="020B0506020202050204" pitchFamily="34" charset="0"/>
              </a:rPr>
              <a:t>Uses way more resources and accomplish the task, which much time taking </a:t>
            </a:r>
          </a:p>
          <a:p>
            <a:pPr lvl="1"/>
            <a:r>
              <a:rPr lang="en-IN" dirty="0">
                <a:latin typeface="Univers Condensed" panose="020B0506020202050204" pitchFamily="34" charset="0"/>
              </a:rPr>
              <a:t>However it is useful because we can have multiple cloud agents for different tasks.</a:t>
            </a:r>
          </a:p>
          <a:p>
            <a:pPr lvl="1"/>
            <a:r>
              <a:rPr lang="en-IN" dirty="0">
                <a:latin typeface="Univers Condensed" panose="020B0506020202050204" pitchFamily="34" charset="0"/>
              </a:rPr>
              <a:t>So lets work with Cloud agent first</a:t>
            </a:r>
          </a:p>
          <a:p>
            <a:pPr lvl="1"/>
            <a:endParaRPr lang="en-IN" sz="1600" dirty="0">
              <a:latin typeface="Univers Condensed" panose="020B0506020202050204" pitchFamily="34" charset="0"/>
            </a:endParaRPr>
          </a:p>
        </p:txBody>
      </p:sp>
      <p:pic>
        <p:nvPicPr>
          <p:cNvPr id="4" name="Picture 3">
            <a:extLst>
              <a:ext uri="{FF2B5EF4-FFF2-40B4-BE49-F238E27FC236}">
                <a16:creationId xmlns:a16="http://schemas.microsoft.com/office/drawing/2014/main" id="{B558BB94-A128-5954-76BF-E6903C3347B2}"/>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3578821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96ADB-4E1A-EF79-3583-3895D14425E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F62C77-04D6-D426-4E37-FA8FEBA3A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963519-AAD9-6432-91D8-1E524548D18A}"/>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Working with cloud agents contd..</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3CC50F64-E3D6-7B6F-FBD9-1F882AD39D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2356002-D223-07BB-F969-DEDFD489A098}"/>
              </a:ext>
            </a:extLst>
          </p:cNvPr>
          <p:cNvSpPr>
            <a:spLocks noGrp="1"/>
          </p:cNvSpPr>
          <p:nvPr>
            <p:ph idx="1"/>
          </p:nvPr>
        </p:nvSpPr>
        <p:spPr>
          <a:xfrm>
            <a:off x="704086" y="1902401"/>
            <a:ext cx="6776103" cy="4303845"/>
          </a:xfrm>
        </p:spPr>
        <p:txBody>
          <a:bodyPr>
            <a:normAutofit fontScale="77500" lnSpcReduction="20000"/>
          </a:bodyPr>
          <a:lstStyle/>
          <a:p>
            <a:r>
              <a:rPr lang="en-US" sz="2400" dirty="0">
                <a:latin typeface="Univers Condensed" panose="020B0506020202050204" pitchFamily="34" charset="0"/>
              </a:rPr>
              <a:t>Add this chart prompt</a:t>
            </a:r>
          </a:p>
          <a:p>
            <a:pPr lvl="1"/>
            <a:r>
              <a:rPr lang="en-US" sz="2000" dirty="0">
                <a:latin typeface="Univers Condensed" panose="020B0506020202050204" pitchFamily="34" charset="0"/>
              </a:rPr>
              <a:t>Implement the homepage which should be a landing page highlighting the features of this app.</a:t>
            </a:r>
          </a:p>
          <a:p>
            <a:r>
              <a:rPr lang="en-IN" dirty="0">
                <a:latin typeface="Univers Condensed" panose="020B0506020202050204" pitchFamily="34" charset="0"/>
              </a:rPr>
              <a:t>From options select cloud agents</a:t>
            </a:r>
          </a:p>
          <a:p>
            <a:r>
              <a:rPr lang="en-IN" dirty="0">
                <a:latin typeface="Univers Condensed" panose="020B0506020202050204" pitchFamily="34" charset="0"/>
              </a:rPr>
              <a:t>A messages shows up to delegate the task to cloud agent</a:t>
            </a:r>
          </a:p>
          <a:p>
            <a:r>
              <a:rPr lang="en-IN" dirty="0">
                <a:latin typeface="Univers Condensed" panose="020B0506020202050204" pitchFamily="34" charset="0"/>
              </a:rPr>
              <a:t>Once you delegate the task started </a:t>
            </a:r>
          </a:p>
          <a:p>
            <a:r>
              <a:rPr lang="en-IN" dirty="0">
                <a:latin typeface="Univers Condensed" panose="020B0506020202050204" pitchFamily="34" charset="0"/>
              </a:rPr>
              <a:t>A WIP of pull request can be seen inside github.com , and 2 branches. </a:t>
            </a:r>
          </a:p>
          <a:p>
            <a:r>
              <a:rPr lang="en-IN" dirty="0">
                <a:latin typeface="Univers Condensed" panose="020B0506020202050204" pitchFamily="34" charset="0"/>
              </a:rPr>
              <a:t>And the cloud agent working on several activities which can be seen inside the pull request</a:t>
            </a:r>
          </a:p>
          <a:p>
            <a:r>
              <a:rPr lang="en-IN" dirty="0">
                <a:latin typeface="Univers Condensed" panose="020B0506020202050204" pitchFamily="34" charset="0"/>
              </a:rPr>
              <a:t>We can work with cloud, background, chat agent simultaneously </a:t>
            </a:r>
          </a:p>
          <a:p>
            <a:r>
              <a:rPr lang="en-IN" dirty="0">
                <a:latin typeface="Univers Condensed" panose="020B0506020202050204" pitchFamily="34" charset="0"/>
              </a:rPr>
              <a:t>Background and Cloud agents work asynchronously </a:t>
            </a:r>
          </a:p>
          <a:p>
            <a:pPr lvl="1"/>
            <a:endParaRPr lang="en-IN" sz="1600" dirty="0">
              <a:latin typeface="Univers Condensed" panose="020B0506020202050204" pitchFamily="34" charset="0"/>
            </a:endParaRPr>
          </a:p>
        </p:txBody>
      </p:sp>
      <p:pic>
        <p:nvPicPr>
          <p:cNvPr id="4" name="Picture 3">
            <a:extLst>
              <a:ext uri="{FF2B5EF4-FFF2-40B4-BE49-F238E27FC236}">
                <a16:creationId xmlns:a16="http://schemas.microsoft.com/office/drawing/2014/main" id="{111EE34D-8EC4-8333-207A-4273C38065A7}"/>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6" name="Picture 5">
            <a:extLst>
              <a:ext uri="{FF2B5EF4-FFF2-40B4-BE49-F238E27FC236}">
                <a16:creationId xmlns:a16="http://schemas.microsoft.com/office/drawing/2014/main" id="{FAC4704D-BD6E-83D1-6B5C-86FD9D1ED9B0}"/>
              </a:ext>
            </a:extLst>
          </p:cNvPr>
          <p:cNvPicPr>
            <a:picLocks noChangeAspect="1"/>
          </p:cNvPicPr>
          <p:nvPr/>
        </p:nvPicPr>
        <p:blipFill>
          <a:blip r:embed="rId4"/>
          <a:stretch>
            <a:fillRect/>
          </a:stretch>
        </p:blipFill>
        <p:spPr>
          <a:xfrm>
            <a:off x="7839343" y="1380166"/>
            <a:ext cx="3419952" cy="3572374"/>
          </a:xfrm>
          <a:prstGeom prst="rect">
            <a:avLst/>
          </a:prstGeom>
        </p:spPr>
      </p:pic>
    </p:spTree>
    <p:extLst>
      <p:ext uri="{BB962C8B-B14F-4D97-AF65-F5344CB8AC3E}">
        <p14:creationId xmlns:p14="http://schemas.microsoft.com/office/powerpoint/2010/main" val="4143796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93A84-11C5-1768-78F5-097713E742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DC937A1-6F9F-716E-6EC4-25023849F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E745C7-E61D-2835-14F1-C54DD714D4CC}"/>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Using mobile app</a:t>
            </a:r>
            <a:endParaRPr lang="en-IN" sz="3600" dirty="0">
              <a:highlight>
                <a:srgbClr val="00FF00"/>
              </a:highlight>
              <a:latin typeface="Univers Condensed" panose="020B0506020202050204" pitchFamily="34" charset="0"/>
            </a:endParaRPr>
          </a:p>
        </p:txBody>
      </p:sp>
      <p:cxnSp>
        <p:nvCxnSpPr>
          <p:cNvPr id="11" name="Straight Connector 10">
            <a:extLst>
              <a:ext uri="{FF2B5EF4-FFF2-40B4-BE49-F238E27FC236}">
                <a16:creationId xmlns:a16="http://schemas.microsoft.com/office/drawing/2014/main" id="{EF0B2AE5-36BE-C2ED-4CA9-2072E91C49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5C95859-32D5-1421-94AF-FA89D02BA349}"/>
              </a:ext>
            </a:extLst>
          </p:cNvPr>
          <p:cNvSpPr>
            <a:spLocks noGrp="1"/>
          </p:cNvSpPr>
          <p:nvPr>
            <p:ph idx="1"/>
          </p:nvPr>
        </p:nvSpPr>
        <p:spPr>
          <a:xfrm>
            <a:off x="704086" y="1902401"/>
            <a:ext cx="6776103" cy="4303845"/>
          </a:xfrm>
        </p:spPr>
        <p:txBody>
          <a:bodyPr>
            <a:normAutofit/>
          </a:bodyPr>
          <a:lstStyle/>
          <a:p>
            <a:r>
              <a:rPr lang="en-IN" sz="2000" dirty="0">
                <a:latin typeface="Univers Condensed" panose="020B0506020202050204" pitchFamily="34" charset="0"/>
              </a:rPr>
              <a:t>In the mobile app open the repository and select pull requests</a:t>
            </a:r>
          </a:p>
          <a:p>
            <a:r>
              <a:rPr lang="en-IN" sz="2000" dirty="0">
                <a:latin typeface="Univers Condensed" panose="020B0506020202050204" pitchFamily="34" charset="0"/>
              </a:rPr>
              <a:t>Using copilot chat in mobile you can do necessary changes</a:t>
            </a:r>
          </a:p>
          <a:p>
            <a:r>
              <a:rPr lang="en-IN" sz="2000" dirty="0">
                <a:latin typeface="Univers Condensed" panose="020B0506020202050204" pitchFamily="34" charset="0"/>
              </a:rPr>
              <a:t>Practice</a:t>
            </a:r>
          </a:p>
        </p:txBody>
      </p:sp>
      <p:pic>
        <p:nvPicPr>
          <p:cNvPr id="4" name="Picture 3">
            <a:extLst>
              <a:ext uri="{FF2B5EF4-FFF2-40B4-BE49-F238E27FC236}">
                <a16:creationId xmlns:a16="http://schemas.microsoft.com/office/drawing/2014/main" id="{3EA7347F-157C-4E34-11DD-A83ED5DE6D26}"/>
              </a:ext>
            </a:extLst>
          </p:cNvPr>
          <p:cNvPicPr>
            <a:picLocks noChangeAspect="1"/>
          </p:cNvPicPr>
          <p:nvPr/>
        </p:nvPicPr>
        <p:blipFill>
          <a:blip r:embed="rId3"/>
          <a:srcRect l="18451" r="41229"/>
          <a:stretch>
            <a:fillRect/>
          </a:stretch>
        </p:blipFill>
        <p:spPr>
          <a:xfrm>
            <a:off x="7583424" y="10"/>
            <a:ext cx="4608576" cy="6857990"/>
          </a:xfrm>
          <a:prstGeom prst="rect">
            <a:avLst/>
          </a:prstGeom>
        </p:spPr>
      </p:pic>
    </p:spTree>
    <p:extLst>
      <p:ext uri="{BB962C8B-B14F-4D97-AF65-F5344CB8AC3E}">
        <p14:creationId xmlns:p14="http://schemas.microsoft.com/office/powerpoint/2010/main" val="11274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D5B41-2021-38A7-B2B3-2FF4714AE39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0A3F9B-3A87-09B3-FC2D-64CE2D3D3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57DF82-A481-E1CA-342C-738C733892FD}"/>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Orchestrating cloud agents and background agents</a:t>
            </a:r>
          </a:p>
        </p:txBody>
      </p:sp>
      <p:cxnSp>
        <p:nvCxnSpPr>
          <p:cNvPr id="11" name="Straight Connector 10">
            <a:extLst>
              <a:ext uri="{FF2B5EF4-FFF2-40B4-BE49-F238E27FC236}">
                <a16:creationId xmlns:a16="http://schemas.microsoft.com/office/drawing/2014/main" id="{9CB88D93-A28E-E8D9-4911-C739BEC6A0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0A6F696-8294-F62F-D35D-D352E06FEDCD}"/>
              </a:ext>
            </a:extLst>
          </p:cNvPr>
          <p:cNvSpPr>
            <a:spLocks noGrp="1"/>
          </p:cNvSpPr>
          <p:nvPr>
            <p:ph idx="1"/>
          </p:nvPr>
        </p:nvSpPr>
        <p:spPr>
          <a:xfrm>
            <a:off x="704086" y="1935803"/>
            <a:ext cx="6776103" cy="4786009"/>
          </a:xfrm>
        </p:spPr>
        <p:txBody>
          <a:bodyPr>
            <a:normAutofit/>
          </a:bodyPr>
          <a:lstStyle/>
          <a:p>
            <a:r>
              <a:rPr lang="en-IN" sz="2000" dirty="0">
                <a:latin typeface="Univers Condensed" panose="020B0506020202050204" pitchFamily="34" charset="0"/>
              </a:rPr>
              <a:t>What ever we are doing here in this slide can be done with mobile app as well</a:t>
            </a:r>
          </a:p>
          <a:p>
            <a:r>
              <a:rPr lang="en-IN" sz="2000" dirty="0">
                <a:latin typeface="Univers Condensed" panose="020B0506020202050204" pitchFamily="34" charset="0"/>
              </a:rPr>
              <a:t>This we, now, are doing using github.com , (not using </a:t>
            </a:r>
            <a:r>
              <a:rPr lang="en-IN" sz="2000" dirty="0" err="1">
                <a:latin typeface="Univers Condensed" panose="020B0506020202050204" pitchFamily="34" charset="0"/>
              </a:rPr>
              <a:t>vscode</a:t>
            </a:r>
            <a:r>
              <a:rPr lang="en-IN" sz="2000" dirty="0">
                <a:latin typeface="Univers Condensed" panose="020B0506020202050204" pitchFamily="34" charset="0"/>
              </a:rPr>
              <a:t>)</a:t>
            </a:r>
          </a:p>
          <a:p>
            <a:r>
              <a:rPr lang="en-IN" sz="2000" dirty="0">
                <a:latin typeface="Univers Condensed" panose="020B0506020202050204" pitchFamily="34" charset="0"/>
              </a:rPr>
              <a:t>Select issues and add a new issue</a:t>
            </a:r>
          </a:p>
          <a:p>
            <a:r>
              <a:rPr lang="en-US" sz="2000" dirty="0">
                <a:latin typeface="Univers Condensed" panose="020B0506020202050204" pitchFamily="34" charset="0"/>
              </a:rPr>
              <a:t>Title of issue - </a:t>
            </a:r>
            <a:r>
              <a:rPr lang="en-US" sz="2000" dirty="0">
                <a:highlight>
                  <a:srgbClr val="00FF00"/>
                </a:highlight>
                <a:latin typeface="Univers Condensed" panose="020B0506020202050204" pitchFamily="34" charset="0"/>
              </a:rPr>
              <a:t>Clerk UI Components should display as the </a:t>
            </a:r>
            <a:r>
              <a:rPr lang="en-US" sz="2000" dirty="0" err="1">
                <a:highlight>
                  <a:srgbClr val="00FF00"/>
                </a:highlight>
                <a:latin typeface="Univers Condensed" panose="020B0506020202050204" pitchFamily="34" charset="0"/>
              </a:rPr>
              <a:t>shadcn</a:t>
            </a:r>
            <a:r>
              <a:rPr lang="en-US" sz="2000" dirty="0">
                <a:highlight>
                  <a:srgbClr val="00FF00"/>
                </a:highlight>
                <a:latin typeface="Univers Condensed" panose="020B0506020202050204" pitchFamily="34" charset="0"/>
              </a:rPr>
              <a:t> theme</a:t>
            </a:r>
          </a:p>
          <a:p>
            <a:r>
              <a:rPr lang="en-US" sz="2000" dirty="0">
                <a:latin typeface="Univers Condensed" panose="020B0506020202050204" pitchFamily="34" charset="0"/>
              </a:rPr>
              <a:t>Create the issue</a:t>
            </a:r>
          </a:p>
          <a:p>
            <a:r>
              <a:rPr lang="en-US" sz="2000" dirty="0">
                <a:latin typeface="Univers Condensed" panose="020B0506020202050204" pitchFamily="34" charset="0"/>
              </a:rPr>
              <a:t>You can assign to  copilot or a custom Agent as well ( as shown in the next slide)</a:t>
            </a:r>
          </a:p>
          <a:p>
            <a:r>
              <a:rPr lang="en-US" sz="2000" dirty="0">
                <a:latin typeface="Univers Condensed" panose="020B0506020202050204" pitchFamily="34" charset="0"/>
              </a:rPr>
              <a:t>Once assigned , copilot is watching on it.  (click on pull request , which is WIP)</a:t>
            </a:r>
          </a:p>
          <a:p>
            <a:r>
              <a:rPr lang="en-US" sz="2000" dirty="0">
                <a:hlinkClick r:id="rId3"/>
              </a:rPr>
              <a:t>Themes - Next.js | Clerk Docs</a:t>
            </a:r>
            <a:r>
              <a:rPr lang="en-US" sz="2000" dirty="0"/>
              <a:t> ( refer this for themes)</a:t>
            </a:r>
          </a:p>
          <a:p>
            <a:endParaRPr lang="en-US" sz="2000" dirty="0"/>
          </a:p>
          <a:p>
            <a:endParaRPr lang="en-IN" sz="2000" dirty="0">
              <a:latin typeface="Univers Condensed" panose="020B0506020202050204" pitchFamily="34" charset="0"/>
            </a:endParaRPr>
          </a:p>
        </p:txBody>
      </p:sp>
      <p:pic>
        <p:nvPicPr>
          <p:cNvPr id="4" name="Picture 3">
            <a:extLst>
              <a:ext uri="{FF2B5EF4-FFF2-40B4-BE49-F238E27FC236}">
                <a16:creationId xmlns:a16="http://schemas.microsoft.com/office/drawing/2014/main" id="{5D0DEAE9-BF4B-2023-7152-17B6C1D6399F}"/>
              </a:ext>
            </a:extLst>
          </p:cNvPr>
          <p:cNvPicPr>
            <a:picLocks noChangeAspect="1"/>
          </p:cNvPicPr>
          <p:nvPr/>
        </p:nvPicPr>
        <p:blipFill>
          <a:blip r:embed="rId4"/>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E3F81569-4754-D7FD-73B4-86F6CFF892B0}"/>
              </a:ext>
            </a:extLst>
          </p:cNvPr>
          <p:cNvPicPr>
            <a:picLocks noChangeAspect="1"/>
          </p:cNvPicPr>
          <p:nvPr/>
        </p:nvPicPr>
        <p:blipFill>
          <a:blip r:embed="rId5"/>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6E35BB7D-B92A-A38C-580F-414F8ED9BBD5}"/>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3291847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8061D-DBBB-CAC5-857E-DA75DAD82D8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05AAAB-81DF-E692-D6A3-8BE99F4232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3D9F71A-73BC-F52D-597D-70D8C7E42F1F}"/>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Orchestrating cloud agents and background agents</a:t>
            </a:r>
          </a:p>
        </p:txBody>
      </p:sp>
      <p:cxnSp>
        <p:nvCxnSpPr>
          <p:cNvPr id="11" name="Straight Connector 10">
            <a:extLst>
              <a:ext uri="{FF2B5EF4-FFF2-40B4-BE49-F238E27FC236}">
                <a16:creationId xmlns:a16="http://schemas.microsoft.com/office/drawing/2014/main" id="{2573A0B0-73EE-0D15-C94E-F77F352C16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A5E838E-F75E-6218-79F8-79E52730280A}"/>
              </a:ext>
            </a:extLst>
          </p:cNvPr>
          <p:cNvSpPr>
            <a:spLocks noGrp="1"/>
          </p:cNvSpPr>
          <p:nvPr>
            <p:ph idx="1"/>
          </p:nvPr>
        </p:nvSpPr>
        <p:spPr>
          <a:xfrm>
            <a:off x="704086" y="1935803"/>
            <a:ext cx="6776103" cy="4786009"/>
          </a:xfrm>
        </p:spPr>
        <p:txBody>
          <a:bodyPr>
            <a:normAutofit/>
          </a:bodyPr>
          <a:lstStyle/>
          <a:p>
            <a:r>
              <a:rPr lang="en-IN" sz="2000" dirty="0">
                <a:latin typeface="Univers Condensed" panose="020B0506020202050204" pitchFamily="34" charset="0"/>
              </a:rPr>
              <a:t>What ever we are doing here in this slide can be done with mobile app as well</a:t>
            </a:r>
          </a:p>
          <a:p>
            <a:r>
              <a:rPr lang="en-IN" sz="2000" dirty="0">
                <a:latin typeface="Univers Condensed" panose="020B0506020202050204" pitchFamily="34" charset="0"/>
              </a:rPr>
              <a:t>This we, now, are doing using github.com , (not using </a:t>
            </a:r>
            <a:r>
              <a:rPr lang="en-IN" sz="2000" dirty="0" err="1">
                <a:latin typeface="Univers Condensed" panose="020B0506020202050204" pitchFamily="34" charset="0"/>
              </a:rPr>
              <a:t>vscode</a:t>
            </a:r>
            <a:r>
              <a:rPr lang="en-IN" sz="2000" dirty="0">
                <a:latin typeface="Univers Condensed" panose="020B0506020202050204" pitchFamily="34" charset="0"/>
              </a:rPr>
              <a:t>)</a:t>
            </a:r>
          </a:p>
          <a:p>
            <a:r>
              <a:rPr lang="en-IN" sz="2000" dirty="0">
                <a:latin typeface="Univers Condensed" panose="020B0506020202050204" pitchFamily="34" charset="0"/>
              </a:rPr>
              <a:t>Select issues and add a new issue</a:t>
            </a:r>
          </a:p>
          <a:p>
            <a:r>
              <a:rPr lang="en-US" sz="2000" dirty="0">
                <a:latin typeface="Univers Condensed" panose="020B0506020202050204" pitchFamily="34" charset="0"/>
              </a:rPr>
              <a:t>Title of issue - </a:t>
            </a:r>
            <a:r>
              <a:rPr lang="en-US" sz="2000" dirty="0">
                <a:highlight>
                  <a:srgbClr val="00FF00"/>
                </a:highlight>
                <a:latin typeface="Univers Condensed" panose="020B0506020202050204" pitchFamily="34" charset="0"/>
              </a:rPr>
              <a:t>Clerk UI Components should display as the </a:t>
            </a:r>
            <a:r>
              <a:rPr lang="en-US" sz="2000" dirty="0" err="1">
                <a:highlight>
                  <a:srgbClr val="00FF00"/>
                </a:highlight>
                <a:latin typeface="Univers Condensed" panose="020B0506020202050204" pitchFamily="34" charset="0"/>
              </a:rPr>
              <a:t>shadcn</a:t>
            </a:r>
            <a:r>
              <a:rPr lang="en-US" sz="2000" dirty="0">
                <a:highlight>
                  <a:srgbClr val="00FF00"/>
                </a:highlight>
                <a:latin typeface="Univers Condensed" panose="020B0506020202050204" pitchFamily="34" charset="0"/>
              </a:rPr>
              <a:t> theme</a:t>
            </a:r>
          </a:p>
          <a:p>
            <a:r>
              <a:rPr lang="en-US" sz="2000" dirty="0">
                <a:latin typeface="Univers Condensed" panose="020B0506020202050204" pitchFamily="34" charset="0"/>
              </a:rPr>
              <a:t>Create the issue</a:t>
            </a:r>
          </a:p>
          <a:p>
            <a:r>
              <a:rPr lang="en-US" sz="2000" dirty="0">
                <a:latin typeface="Univers Condensed" panose="020B0506020202050204" pitchFamily="34" charset="0"/>
              </a:rPr>
              <a:t>You can assign to  copilot or a custom Agent as well</a:t>
            </a:r>
          </a:p>
          <a:p>
            <a:r>
              <a:rPr lang="en-US" sz="2000" dirty="0">
                <a:hlinkClick r:id="rId3"/>
              </a:rPr>
              <a:t>Themes - Next.js | Clerk Docs</a:t>
            </a:r>
            <a:r>
              <a:rPr lang="en-US" sz="2000" dirty="0"/>
              <a:t> ( refer this for themes)</a:t>
            </a:r>
          </a:p>
          <a:p>
            <a:endParaRPr lang="en-US" sz="2000" dirty="0"/>
          </a:p>
          <a:p>
            <a:endParaRPr lang="en-IN" sz="2000" dirty="0">
              <a:latin typeface="Univers Condensed" panose="020B0506020202050204" pitchFamily="34" charset="0"/>
            </a:endParaRPr>
          </a:p>
        </p:txBody>
      </p:sp>
      <p:pic>
        <p:nvPicPr>
          <p:cNvPr id="4" name="Picture 3">
            <a:extLst>
              <a:ext uri="{FF2B5EF4-FFF2-40B4-BE49-F238E27FC236}">
                <a16:creationId xmlns:a16="http://schemas.microsoft.com/office/drawing/2014/main" id="{FA02D806-1CC9-3B17-A0F6-B55512103241}"/>
              </a:ext>
            </a:extLst>
          </p:cNvPr>
          <p:cNvPicPr>
            <a:picLocks noChangeAspect="1"/>
          </p:cNvPicPr>
          <p:nvPr/>
        </p:nvPicPr>
        <p:blipFill>
          <a:blip r:embed="rId4"/>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80E60044-8DFD-6035-1E00-805F1EF4D9D3}"/>
              </a:ext>
            </a:extLst>
          </p:cNvPr>
          <p:cNvPicPr>
            <a:picLocks noChangeAspect="1"/>
          </p:cNvPicPr>
          <p:nvPr/>
        </p:nvPicPr>
        <p:blipFill>
          <a:blip r:embed="rId5"/>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FCF92D4A-97C7-A55A-DE57-E97E1F4BACD2}"/>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pic>
        <p:nvPicPr>
          <p:cNvPr id="5" name="Picture 4">
            <a:extLst>
              <a:ext uri="{FF2B5EF4-FFF2-40B4-BE49-F238E27FC236}">
                <a16:creationId xmlns:a16="http://schemas.microsoft.com/office/drawing/2014/main" id="{E4AAF674-6C22-7EBA-AEAF-577F0834BD07}"/>
              </a:ext>
            </a:extLst>
          </p:cNvPr>
          <p:cNvPicPr>
            <a:picLocks noChangeAspect="1"/>
          </p:cNvPicPr>
          <p:nvPr/>
        </p:nvPicPr>
        <p:blipFill>
          <a:blip r:embed="rId6"/>
          <a:stretch>
            <a:fillRect/>
          </a:stretch>
        </p:blipFill>
        <p:spPr>
          <a:xfrm>
            <a:off x="480229" y="337706"/>
            <a:ext cx="11231542" cy="6182588"/>
          </a:xfrm>
          <a:prstGeom prst="rect">
            <a:avLst/>
          </a:prstGeom>
        </p:spPr>
      </p:pic>
      <p:sp>
        <p:nvSpPr>
          <p:cNvPr id="6" name="Rectangle 5">
            <a:extLst>
              <a:ext uri="{FF2B5EF4-FFF2-40B4-BE49-F238E27FC236}">
                <a16:creationId xmlns:a16="http://schemas.microsoft.com/office/drawing/2014/main" id="{B5F59708-4AAB-DA3A-1FF8-13C3EC9A3708}"/>
              </a:ext>
            </a:extLst>
          </p:cNvPr>
          <p:cNvSpPr/>
          <p:nvPr/>
        </p:nvSpPr>
        <p:spPr>
          <a:xfrm>
            <a:off x="7334655" y="3501957"/>
            <a:ext cx="768485" cy="437745"/>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E5083393-9518-318A-0699-BF2201D312E7}"/>
              </a:ext>
            </a:extLst>
          </p:cNvPr>
          <p:cNvCxnSpPr>
            <a:stCxn id="6" idx="3"/>
          </p:cNvCxnSpPr>
          <p:nvPr/>
        </p:nvCxnSpPr>
        <p:spPr>
          <a:xfrm flipV="1">
            <a:off x="8103140" y="3706238"/>
            <a:ext cx="1225686" cy="14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A2CC481-5EE3-BA70-03AC-953F5A320A9D}"/>
              </a:ext>
            </a:extLst>
          </p:cNvPr>
          <p:cNvSpPr/>
          <p:nvPr/>
        </p:nvSpPr>
        <p:spPr>
          <a:xfrm>
            <a:off x="9328826" y="3346315"/>
            <a:ext cx="1459148" cy="7684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Select a right model</a:t>
            </a:r>
          </a:p>
        </p:txBody>
      </p:sp>
    </p:spTree>
    <p:extLst>
      <p:ext uri="{BB962C8B-B14F-4D97-AF65-F5344CB8AC3E}">
        <p14:creationId xmlns:p14="http://schemas.microsoft.com/office/powerpoint/2010/main" val="1055416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1D12A-BDC0-00B7-C683-30CBFAA4B92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8484080-3B7E-6232-BE18-38669B414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A04DE6F-E6B2-0036-4283-893D97E83686}"/>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Removing additional buttons</a:t>
            </a:r>
          </a:p>
        </p:txBody>
      </p:sp>
      <p:cxnSp>
        <p:nvCxnSpPr>
          <p:cNvPr id="11" name="Straight Connector 10">
            <a:extLst>
              <a:ext uri="{FF2B5EF4-FFF2-40B4-BE49-F238E27FC236}">
                <a16:creationId xmlns:a16="http://schemas.microsoft.com/office/drawing/2014/main" id="{9CC0D87B-F681-3EE5-A8D9-F3D522AE5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E04E14E-6541-1916-674A-3CEF7A6EAB9C}"/>
              </a:ext>
            </a:extLst>
          </p:cNvPr>
          <p:cNvSpPr>
            <a:spLocks noGrp="1"/>
          </p:cNvSpPr>
          <p:nvPr>
            <p:ph idx="1"/>
          </p:nvPr>
        </p:nvSpPr>
        <p:spPr>
          <a:xfrm>
            <a:off x="704086" y="1935803"/>
            <a:ext cx="6776103" cy="4786009"/>
          </a:xfrm>
        </p:spPr>
        <p:txBody>
          <a:bodyPr>
            <a:normAutofit/>
          </a:bodyPr>
          <a:lstStyle/>
          <a:p>
            <a:r>
              <a:rPr lang="en-US" sz="2000" dirty="0">
                <a:latin typeface="Univers Condensed" panose="020B0506020202050204" pitchFamily="34" charset="0"/>
              </a:rPr>
              <a:t>@cli , means we are deploying the background agent </a:t>
            </a:r>
          </a:p>
          <a:p>
            <a:r>
              <a:rPr lang="en-US" sz="2000" dirty="0">
                <a:latin typeface="Univers Condensed" panose="020B0506020202050204" pitchFamily="34" charset="0"/>
              </a:rPr>
              <a:t>remove the deploy now button from the </a:t>
            </a:r>
          </a:p>
          <a:p>
            <a:r>
              <a:rPr lang="en-US" sz="2000" dirty="0">
                <a:latin typeface="Univers Condensed" panose="020B0506020202050204" pitchFamily="34" charset="0"/>
              </a:rPr>
              <a:t>#file:page.tsx, meaning referring to the page name</a:t>
            </a:r>
            <a:endParaRPr lang="en-IN" sz="2000" dirty="0">
              <a:latin typeface="Univers Condensed" panose="020B0506020202050204" pitchFamily="34" charset="0"/>
            </a:endParaRPr>
          </a:p>
          <a:p>
            <a:r>
              <a:rPr lang="en-IN" sz="2000" dirty="0">
                <a:latin typeface="Univers Condensed" panose="020B0506020202050204" pitchFamily="34" charset="0"/>
              </a:rPr>
              <a:t>Back ground agent creates a new work tree and created a new branch within work tree</a:t>
            </a:r>
          </a:p>
          <a:p>
            <a:endParaRPr lang="en-IN" sz="2000" dirty="0">
              <a:latin typeface="Univers Condensed" panose="020B0506020202050204" pitchFamily="34" charset="0"/>
            </a:endParaRPr>
          </a:p>
          <a:p>
            <a:pPr marL="0" indent="0">
              <a:buNone/>
            </a:pPr>
            <a:endParaRPr lang="en-IN" sz="2000" dirty="0">
              <a:latin typeface="Univers Condensed" panose="020B0506020202050204" pitchFamily="34" charset="0"/>
            </a:endParaRPr>
          </a:p>
        </p:txBody>
      </p:sp>
      <p:pic>
        <p:nvPicPr>
          <p:cNvPr id="4" name="Picture 3">
            <a:extLst>
              <a:ext uri="{FF2B5EF4-FFF2-40B4-BE49-F238E27FC236}">
                <a16:creationId xmlns:a16="http://schemas.microsoft.com/office/drawing/2014/main" id="{51ECDB95-E082-75A4-74C8-6CAD3EC07E50}"/>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21FED2EF-65F7-A513-66B1-38E509BAAF8B}"/>
              </a:ext>
            </a:extLst>
          </p:cNvPr>
          <p:cNvPicPr>
            <a:picLocks noChangeAspect="1"/>
          </p:cNvPicPr>
          <p:nvPr/>
        </p:nvPicPr>
        <p:blipFill>
          <a:blip r:embed="rId4"/>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8070E3AE-2C53-9D86-B19F-9D190A07BD79}"/>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3196054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5F461-0D5B-08F8-98D4-405AD386C22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D97E132-BC86-9021-F822-2C30833F7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A3C7013-7A60-3F38-6D5A-5C4104D1DF9A}"/>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Final beautification of page using</a:t>
            </a:r>
            <a:br>
              <a:rPr lang="en-IN" sz="3600" dirty="0">
                <a:latin typeface="Univers Condensed" panose="020B0506020202050204" pitchFamily="34" charset="0"/>
              </a:rPr>
            </a:br>
            <a:r>
              <a:rPr lang="en-IN" sz="3600" dirty="0">
                <a:latin typeface="Univers Condensed" panose="020B0506020202050204" pitchFamily="34" charset="0"/>
              </a:rPr>
              <a:t>Chat Agent</a:t>
            </a:r>
          </a:p>
        </p:txBody>
      </p:sp>
      <p:cxnSp>
        <p:nvCxnSpPr>
          <p:cNvPr id="11" name="Straight Connector 10">
            <a:extLst>
              <a:ext uri="{FF2B5EF4-FFF2-40B4-BE49-F238E27FC236}">
                <a16:creationId xmlns:a16="http://schemas.microsoft.com/office/drawing/2014/main" id="{8C588927-D137-BA1F-E058-D3564D4A7C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8394DF0-F899-05AA-59DD-8315E9144A6B}"/>
              </a:ext>
            </a:extLst>
          </p:cNvPr>
          <p:cNvSpPr>
            <a:spLocks noGrp="1"/>
          </p:cNvSpPr>
          <p:nvPr>
            <p:ph idx="1"/>
          </p:nvPr>
        </p:nvSpPr>
        <p:spPr>
          <a:xfrm>
            <a:off x="704086" y="1935803"/>
            <a:ext cx="6776103" cy="4786009"/>
          </a:xfrm>
        </p:spPr>
        <p:txBody>
          <a:bodyPr>
            <a:normAutofit/>
          </a:bodyPr>
          <a:lstStyle/>
          <a:p>
            <a:pPr marL="0" indent="0">
              <a:buNone/>
            </a:pPr>
            <a:endParaRPr lang="en-US" sz="2000" dirty="0">
              <a:latin typeface="Univers Condensed" panose="020B0506020202050204" pitchFamily="34" charset="0"/>
            </a:endParaRPr>
          </a:p>
          <a:p>
            <a:pPr marL="0" indent="0">
              <a:buNone/>
            </a:pPr>
            <a:r>
              <a:rPr lang="en-US" sz="2000" dirty="0">
                <a:latin typeface="Univers Condensed" panose="020B0506020202050204" pitchFamily="34" charset="0"/>
              </a:rPr>
              <a:t>I have used this chat </a:t>
            </a:r>
          </a:p>
          <a:p>
            <a:pPr marL="0" indent="0">
              <a:buNone/>
            </a:pPr>
            <a:r>
              <a:rPr lang="en-US" dirty="0"/>
              <a:t>Change the landing page with more options and better logo as </a:t>
            </a:r>
            <a:r>
              <a:rPr lang="en-US" dirty="0" err="1"/>
              <a:t>tinyurl</a:t>
            </a:r>
            <a:r>
              <a:rPr lang="en-US" dirty="0"/>
              <a:t> and remove next.js logo but follow agents.md and other </a:t>
            </a:r>
            <a:r>
              <a:rPr lang="en-US" dirty="0" err="1"/>
              <a:t>guidelnes</a:t>
            </a:r>
            <a:r>
              <a:rPr lang="en-US" dirty="0"/>
              <a:t> as discussed earlier</a:t>
            </a:r>
            <a:endParaRPr lang="en-IN" sz="2000" dirty="0">
              <a:latin typeface="Univers Condensed" panose="020B0506020202050204" pitchFamily="34" charset="0"/>
            </a:endParaRPr>
          </a:p>
          <a:p>
            <a:pPr marL="0" indent="0">
              <a:buNone/>
            </a:pPr>
            <a:endParaRPr lang="en-IN" sz="2000" dirty="0">
              <a:latin typeface="Univers Condensed" panose="020B0506020202050204" pitchFamily="34" charset="0"/>
            </a:endParaRPr>
          </a:p>
        </p:txBody>
      </p:sp>
      <p:pic>
        <p:nvPicPr>
          <p:cNvPr id="4" name="Picture 3">
            <a:extLst>
              <a:ext uri="{FF2B5EF4-FFF2-40B4-BE49-F238E27FC236}">
                <a16:creationId xmlns:a16="http://schemas.microsoft.com/office/drawing/2014/main" id="{A200DF7B-66EA-B5FE-C739-63BBB1F22244}"/>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6898DA22-1443-55F5-F324-C7496B89891F}"/>
              </a:ext>
            </a:extLst>
          </p:cNvPr>
          <p:cNvPicPr>
            <a:picLocks noChangeAspect="1"/>
          </p:cNvPicPr>
          <p:nvPr/>
        </p:nvPicPr>
        <p:blipFill>
          <a:blip r:embed="rId4"/>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DC9D49E2-7B04-531B-0A9E-68C7B628111E}"/>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99151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0BE9-6F94-75BC-2031-4B7F84EB278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040B40-F5F2-1056-38CD-2A7041994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09B6F3DA-E0CE-43F4-485A-EAD19A131CDB}"/>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342A21D0-3811-AEAF-A321-FE24DCF26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A12E6CCF-ACF4-66BB-B0DB-5CE451C4D1ED}"/>
              </a:ext>
            </a:extLst>
          </p:cNvPr>
          <p:cNvSpPr>
            <a:spLocks noGrp="1"/>
          </p:cNvSpPr>
          <p:nvPr>
            <p:ph type="ctrTitle"/>
          </p:nvPr>
        </p:nvSpPr>
        <p:spPr>
          <a:xfrm>
            <a:off x="313786" y="908651"/>
            <a:ext cx="5497734" cy="4005454"/>
          </a:xfrm>
        </p:spPr>
        <p:txBody>
          <a:bodyPr anchor="t">
            <a:normAutofit/>
          </a:bodyPr>
          <a:lstStyle/>
          <a:p>
            <a:pPr algn="l"/>
            <a:r>
              <a:rPr lang="en-IN" sz="4400" dirty="0">
                <a:solidFill>
                  <a:sysClr val="windowText" lastClr="000000"/>
                </a:solidFill>
                <a:latin typeface="Akira Expanded" panose="02000800000000000000" pitchFamily="50" charset="0"/>
              </a:rPr>
              <a:t>Creating database</a:t>
            </a:r>
            <a:br>
              <a:rPr lang="en-IN" sz="6800" dirty="0">
                <a:solidFill>
                  <a:sysClr val="windowText" lastClr="000000"/>
                </a:solidFill>
                <a:latin typeface="Akira Expanded" panose="02000800000000000000" pitchFamily="50" charset="0"/>
              </a:rPr>
            </a:br>
            <a:endParaRPr lang="en-IN" sz="6800" dirty="0">
              <a:solidFill>
                <a:sysClr val="windowText" lastClr="000000"/>
              </a:solidFill>
              <a:latin typeface="Akira Expanded" panose="02000800000000000000" pitchFamily="50" charset="0"/>
            </a:endParaRPr>
          </a:p>
        </p:txBody>
      </p:sp>
      <p:cxnSp>
        <p:nvCxnSpPr>
          <p:cNvPr id="13" name="Straight Connector 12">
            <a:extLst>
              <a:ext uri="{FF2B5EF4-FFF2-40B4-BE49-F238E27FC236}">
                <a16:creationId xmlns:a16="http://schemas.microsoft.com/office/drawing/2014/main" id="{A7B062F9-75F3-ED3F-2883-87D97499EF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ubtitle 5">
            <a:extLst>
              <a:ext uri="{FF2B5EF4-FFF2-40B4-BE49-F238E27FC236}">
                <a16:creationId xmlns:a16="http://schemas.microsoft.com/office/drawing/2014/main" id="{5CB81788-9B16-B4CD-C722-C39006A4DAB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50507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AAE0B-706F-AE4E-9D25-8A4BE7D2A91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4EC498-0DDD-7874-821F-F8F114752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EC733EC-B75F-0065-9790-6650989B73EB}"/>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Create a Table schema</a:t>
            </a:r>
          </a:p>
        </p:txBody>
      </p:sp>
      <p:cxnSp>
        <p:nvCxnSpPr>
          <p:cNvPr id="11" name="Straight Connector 10">
            <a:extLst>
              <a:ext uri="{FF2B5EF4-FFF2-40B4-BE49-F238E27FC236}">
                <a16:creationId xmlns:a16="http://schemas.microsoft.com/office/drawing/2014/main" id="{E382033C-50D1-F416-9D2E-B0A1820A43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394341B-28CC-1E30-E983-D0E653110C3C}"/>
              </a:ext>
            </a:extLst>
          </p:cNvPr>
          <p:cNvSpPr>
            <a:spLocks noGrp="1"/>
          </p:cNvSpPr>
          <p:nvPr>
            <p:ph idx="1"/>
          </p:nvPr>
        </p:nvSpPr>
        <p:spPr>
          <a:xfrm>
            <a:off x="704086" y="1935803"/>
            <a:ext cx="6776103" cy="4786009"/>
          </a:xfrm>
        </p:spPr>
        <p:txBody>
          <a:bodyPr>
            <a:normAutofit/>
          </a:bodyPr>
          <a:lstStyle/>
          <a:p>
            <a:pPr marL="0" indent="0">
              <a:buNone/>
            </a:pPr>
            <a:endParaRPr lang="en-US" sz="2400" dirty="0">
              <a:latin typeface="Univers Condensed" panose="020B0506020202050204" pitchFamily="34" charset="0"/>
            </a:endParaRPr>
          </a:p>
          <a:p>
            <a:r>
              <a:rPr lang="en-IN" sz="2400" dirty="0">
                <a:latin typeface="Univers Condensed" panose="020B0506020202050204" pitchFamily="34" charset="0"/>
              </a:rPr>
              <a:t>Table schema needs to be created inside </a:t>
            </a:r>
            <a:r>
              <a:rPr lang="en-IN" sz="2400" dirty="0" err="1">
                <a:latin typeface="Univers Condensed" panose="020B0506020202050204" pitchFamily="34" charset="0"/>
              </a:rPr>
              <a:t>schema.ts</a:t>
            </a:r>
            <a:r>
              <a:rPr lang="en-IN" sz="2400" dirty="0">
                <a:latin typeface="Univers Condensed" panose="020B0506020202050204" pitchFamily="34" charset="0"/>
              </a:rPr>
              <a:t> under </a:t>
            </a:r>
            <a:r>
              <a:rPr lang="en-IN" sz="2400" dirty="0" err="1">
                <a:latin typeface="Univers Condensed" panose="020B0506020202050204" pitchFamily="34" charset="0"/>
              </a:rPr>
              <a:t>db</a:t>
            </a:r>
            <a:r>
              <a:rPr lang="en-IN" sz="2400" dirty="0">
                <a:latin typeface="Univers Condensed" panose="020B0506020202050204" pitchFamily="34" charset="0"/>
              </a:rPr>
              <a:t> directory</a:t>
            </a:r>
          </a:p>
          <a:p>
            <a:r>
              <a:rPr lang="en-IN" sz="2400" dirty="0">
                <a:latin typeface="Univers Condensed" panose="020B0506020202050204" pitchFamily="34" charset="0"/>
              </a:rPr>
              <a:t>Plan</a:t>
            </a:r>
          </a:p>
          <a:p>
            <a:pPr lvl="1"/>
            <a:r>
              <a:rPr lang="en-IN" sz="2000" dirty="0">
                <a:latin typeface="Univers Condensed" panose="020B0506020202050204" pitchFamily="34" charset="0"/>
              </a:rPr>
              <a:t>In Chat window change the mode to plan</a:t>
            </a:r>
          </a:p>
          <a:p>
            <a:pPr lvl="1"/>
            <a:r>
              <a:rPr lang="en-IN" sz="2000" dirty="0">
                <a:latin typeface="Univers Condensed" panose="020B0506020202050204" pitchFamily="34" charset="0"/>
              </a:rPr>
              <a:t>Context will </a:t>
            </a:r>
            <a:r>
              <a:rPr lang="en-IN" sz="2000" dirty="0" err="1">
                <a:latin typeface="Univers Condensed" panose="020B0506020202050204" pitchFamily="34" charset="0"/>
              </a:rPr>
              <a:t>schema.ts</a:t>
            </a:r>
            <a:endParaRPr lang="en-IN" sz="2000" dirty="0">
              <a:latin typeface="Univers Condensed" panose="020B0506020202050204" pitchFamily="34" charset="0"/>
            </a:endParaRPr>
          </a:p>
          <a:p>
            <a:pPr lvl="1"/>
            <a:r>
              <a:rPr lang="en-IN" sz="2000" dirty="0">
                <a:latin typeface="Univers Condensed" panose="020B0506020202050204" pitchFamily="34" charset="0"/>
              </a:rPr>
              <a:t>Prompt – “plan a very simple table schema to store tiny links”</a:t>
            </a:r>
          </a:p>
          <a:p>
            <a:r>
              <a:rPr lang="en-IN" sz="2400" dirty="0">
                <a:latin typeface="Univers Condensed" panose="020B0506020202050204" pitchFamily="34" charset="0"/>
              </a:rPr>
              <a:t>We are assuming that copilot follows the authentication and coding standards automatically</a:t>
            </a:r>
          </a:p>
          <a:p>
            <a:endParaRPr lang="en-IN" sz="2400" dirty="0">
              <a:latin typeface="Univers Condensed" panose="020B0506020202050204" pitchFamily="34" charset="0"/>
            </a:endParaRPr>
          </a:p>
          <a:p>
            <a:pPr marL="0" indent="0">
              <a:buNone/>
            </a:pPr>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E5B6F9F9-63E0-0488-D694-49864318EC44}"/>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9F9E2921-D79C-07CB-DC14-BE7AE09D5326}"/>
              </a:ext>
            </a:extLst>
          </p:cNvPr>
          <p:cNvPicPr>
            <a:picLocks noChangeAspect="1"/>
          </p:cNvPicPr>
          <p:nvPr/>
        </p:nvPicPr>
        <p:blipFill>
          <a:blip r:embed="rId4"/>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97C2DB76-6809-C805-360D-B0BD5F00778F}"/>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900696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7297B-39BC-2BC2-27CB-B1D16FBC9AD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6A7967-322C-5E27-31FD-630C8F3CA7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71DEAA-2E3F-320F-F9CC-C8F2ED275DEA}"/>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Create a Table schema </a:t>
            </a:r>
            <a:r>
              <a:rPr lang="en-IN" sz="3600" dirty="0" err="1">
                <a:latin typeface="Univers Condensed" panose="020B0506020202050204" pitchFamily="34" charset="0"/>
              </a:rPr>
              <a:t>contd</a:t>
            </a:r>
            <a:r>
              <a:rPr lang="en-IN" sz="3600" dirty="0">
                <a:latin typeface="Univers Condensed" panose="020B0506020202050204" pitchFamily="34" charset="0"/>
              </a:rPr>
              <a:t>…</a:t>
            </a:r>
          </a:p>
        </p:txBody>
      </p:sp>
      <p:cxnSp>
        <p:nvCxnSpPr>
          <p:cNvPr id="11" name="Straight Connector 10">
            <a:extLst>
              <a:ext uri="{FF2B5EF4-FFF2-40B4-BE49-F238E27FC236}">
                <a16:creationId xmlns:a16="http://schemas.microsoft.com/office/drawing/2014/main" id="{9CC97279-3753-96CC-7F32-D9A58A39A2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567F0D8-22A8-EED8-5849-1FBB675CE2F0}"/>
              </a:ext>
            </a:extLst>
          </p:cNvPr>
          <p:cNvSpPr>
            <a:spLocks noGrp="1"/>
          </p:cNvSpPr>
          <p:nvPr>
            <p:ph idx="1"/>
          </p:nvPr>
        </p:nvSpPr>
        <p:spPr>
          <a:xfrm>
            <a:off x="704086" y="1935803"/>
            <a:ext cx="6776103" cy="4786009"/>
          </a:xfrm>
        </p:spPr>
        <p:txBody>
          <a:bodyPr>
            <a:normAutofit/>
          </a:bodyPr>
          <a:lstStyle/>
          <a:p>
            <a:pPr marL="0" indent="0">
              <a:buNone/>
            </a:pPr>
            <a:endParaRPr lang="en-US" sz="2400" dirty="0">
              <a:latin typeface="Univers Condensed" panose="020B0506020202050204" pitchFamily="34" charset="0"/>
            </a:endParaRPr>
          </a:p>
          <a:p>
            <a:r>
              <a:rPr lang="en-IN" sz="2400" dirty="0">
                <a:latin typeface="Univers Condensed" panose="020B0506020202050204" pitchFamily="34" charset="0"/>
              </a:rPr>
              <a:t>Plan will ask few questions answer them and based on its additional pointers you can give an idea what is your requirement as below: (example)</a:t>
            </a:r>
          </a:p>
          <a:p>
            <a:r>
              <a:rPr lang="en-US" sz="2400" dirty="0">
                <a:latin typeface="Univers Condensed" panose="020B0506020202050204" pitchFamily="34" charset="0"/>
              </a:rPr>
              <a:t>we </a:t>
            </a:r>
            <a:r>
              <a:rPr lang="en-US" sz="2400" dirty="0" err="1">
                <a:latin typeface="Univers Condensed" panose="020B0506020202050204" pitchFamily="34" charset="0"/>
              </a:rPr>
              <a:t>donot</a:t>
            </a:r>
            <a:r>
              <a:rPr lang="en-US" sz="2400" dirty="0">
                <a:latin typeface="Univers Condensed" panose="020B0506020202050204" pitchFamily="34" charset="0"/>
              </a:rPr>
              <a:t> want any optional fields, we need a </a:t>
            </a:r>
            <a:r>
              <a:rPr lang="en-US" sz="2400" dirty="0" err="1">
                <a:latin typeface="Univers Condensed" panose="020B0506020202050204" pitchFamily="34" charset="0"/>
              </a:rPr>
              <a:t>createAt</a:t>
            </a:r>
            <a:r>
              <a:rPr lang="en-US" sz="2400" dirty="0">
                <a:latin typeface="Univers Condensed" panose="020B0506020202050204" pitchFamily="34" charset="0"/>
              </a:rPr>
              <a:t>, </a:t>
            </a:r>
            <a:r>
              <a:rPr lang="en-US" sz="2400" dirty="0" err="1">
                <a:latin typeface="Univers Condensed" panose="020B0506020202050204" pitchFamily="34" charset="0"/>
              </a:rPr>
              <a:t>updateAt</a:t>
            </a:r>
            <a:r>
              <a:rPr lang="en-US" sz="2400" dirty="0">
                <a:latin typeface="Univers Condensed" panose="020B0506020202050204" pitchFamily="34" charset="0"/>
              </a:rPr>
              <a:t>, </a:t>
            </a:r>
            <a:r>
              <a:rPr lang="en-US" sz="2400" dirty="0" err="1">
                <a:latin typeface="Univers Condensed" panose="020B0506020202050204" pitchFamily="34" charset="0"/>
              </a:rPr>
              <a:t>Clerk_User_id,Shortcode</a:t>
            </a:r>
            <a:r>
              <a:rPr lang="en-US" sz="2400" dirty="0">
                <a:latin typeface="Univers Condensed" panose="020B0506020202050204" pitchFamily="34" charset="0"/>
              </a:rPr>
              <a:t>, and URL to store. all data must store the </a:t>
            </a:r>
            <a:r>
              <a:rPr lang="en-US" sz="2400" dirty="0" err="1">
                <a:latin typeface="Univers Condensed" panose="020B0506020202050204" pitchFamily="34" charset="0"/>
              </a:rPr>
              <a:t>timezone</a:t>
            </a:r>
            <a:r>
              <a:rPr lang="en-US" sz="2400" dirty="0">
                <a:latin typeface="Univers Condensed" panose="020B0506020202050204" pitchFamily="34" charset="0"/>
              </a:rPr>
              <a:t> data. we do not need any click tracking and </a:t>
            </a:r>
            <a:r>
              <a:rPr lang="en-US" sz="2400" dirty="0" err="1">
                <a:latin typeface="Univers Condensed" panose="020B0506020202050204" pitchFamily="34" charset="0"/>
              </a:rPr>
              <a:t>delets</a:t>
            </a:r>
            <a:r>
              <a:rPr lang="en-US" sz="2400" dirty="0">
                <a:latin typeface="Univers Condensed" panose="020B0506020202050204" pitchFamily="34" charset="0"/>
              </a:rPr>
              <a:t> will be permanent.</a:t>
            </a:r>
          </a:p>
          <a:p>
            <a:r>
              <a:rPr lang="en-US" sz="2400" dirty="0">
                <a:latin typeface="Univers Condensed" panose="020B0506020202050204" pitchFamily="34" charset="0"/>
              </a:rPr>
              <a:t>Also check vulnerability of our </a:t>
            </a:r>
            <a:r>
              <a:rPr lang="en-US" sz="2400" dirty="0" err="1">
                <a:latin typeface="Univers Condensed" panose="020B0506020202050204" pitchFamily="34" charset="0"/>
              </a:rPr>
              <a:t>db</a:t>
            </a:r>
            <a:r>
              <a:rPr lang="en-US" sz="2400" dirty="0">
                <a:latin typeface="Univers Condensed" panose="020B0506020202050204" pitchFamily="34" charset="0"/>
              </a:rPr>
              <a:t> structure and get right answer</a:t>
            </a:r>
            <a:endParaRPr lang="en-IN" sz="2400" dirty="0">
              <a:latin typeface="Univers Condensed" panose="020B0506020202050204" pitchFamily="34" charset="0"/>
            </a:endParaRPr>
          </a:p>
          <a:p>
            <a:pPr marL="0" indent="0">
              <a:buNone/>
            </a:pPr>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55E82FFA-F460-15BA-949C-875697FEE66D}"/>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90F1148E-3DBB-0874-1C99-18F292A97B19}"/>
              </a:ext>
            </a:extLst>
          </p:cNvPr>
          <p:cNvPicPr>
            <a:picLocks noChangeAspect="1"/>
          </p:cNvPicPr>
          <p:nvPr/>
        </p:nvPicPr>
        <p:blipFill>
          <a:blip r:embed="rId4"/>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37CFB309-4A6B-6C42-672D-DCAA64F42136}"/>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2391824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0758C-29CE-6E48-8D95-9F5577B03BD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2F1F5D2-3F2A-C356-85CB-F6E8F4C5B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A97ED1-04D4-1E18-5029-EB3B440AC45F}"/>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Pushing schema to Postgres</a:t>
            </a:r>
          </a:p>
        </p:txBody>
      </p:sp>
      <p:cxnSp>
        <p:nvCxnSpPr>
          <p:cNvPr id="11" name="Straight Connector 10">
            <a:extLst>
              <a:ext uri="{FF2B5EF4-FFF2-40B4-BE49-F238E27FC236}">
                <a16:creationId xmlns:a16="http://schemas.microsoft.com/office/drawing/2014/main" id="{CA99BB66-1413-507C-C8B5-E292B62CE8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CC54BBC-4241-478C-ACC8-C42084BE5AA3}"/>
              </a:ext>
            </a:extLst>
          </p:cNvPr>
          <p:cNvSpPr>
            <a:spLocks noGrp="1"/>
          </p:cNvSpPr>
          <p:nvPr>
            <p:ph idx="1"/>
          </p:nvPr>
        </p:nvSpPr>
        <p:spPr>
          <a:xfrm>
            <a:off x="704086" y="1935803"/>
            <a:ext cx="6776103" cy="4786009"/>
          </a:xfrm>
        </p:spPr>
        <p:txBody>
          <a:bodyPr>
            <a:normAutofit/>
          </a:bodyPr>
          <a:lstStyle/>
          <a:p>
            <a:pPr marL="0" indent="0">
              <a:buNone/>
            </a:pPr>
            <a:endParaRPr lang="en-US" sz="2400" dirty="0">
              <a:latin typeface="Univers Condensed" panose="020B0506020202050204" pitchFamily="34" charset="0"/>
            </a:endParaRPr>
          </a:p>
          <a:p>
            <a:r>
              <a:rPr lang="en-IN" sz="2400" dirty="0">
                <a:latin typeface="Univers Condensed" panose="020B0506020202050204" pitchFamily="34" charset="0"/>
              </a:rPr>
              <a:t>In ask mode : “</a:t>
            </a:r>
            <a:r>
              <a:rPr lang="en-US" sz="2400" dirty="0">
                <a:latin typeface="Univers Condensed" panose="020B0506020202050204" pitchFamily="34" charset="0"/>
              </a:rPr>
              <a:t>how to push this schema to our </a:t>
            </a:r>
            <a:r>
              <a:rPr lang="en-US" sz="2400" dirty="0" err="1">
                <a:latin typeface="Univers Condensed" panose="020B0506020202050204" pitchFamily="34" charset="0"/>
              </a:rPr>
              <a:t>postgres</a:t>
            </a:r>
            <a:r>
              <a:rPr lang="en-US" sz="2400" dirty="0">
                <a:latin typeface="Univers Condensed" panose="020B0506020202050204" pitchFamily="34" charset="0"/>
              </a:rPr>
              <a:t> </a:t>
            </a:r>
            <a:r>
              <a:rPr lang="en-US" sz="2400" dirty="0" err="1">
                <a:latin typeface="Univers Condensed" panose="020B0506020202050204" pitchFamily="34" charset="0"/>
              </a:rPr>
              <a:t>db</a:t>
            </a:r>
            <a:r>
              <a:rPr lang="en-US" sz="2400" dirty="0">
                <a:latin typeface="Univers Condensed" panose="020B0506020202050204" pitchFamily="34" charset="0"/>
              </a:rPr>
              <a:t> hosted on neon”</a:t>
            </a:r>
          </a:p>
          <a:p>
            <a:r>
              <a:rPr lang="en-US" sz="2400" dirty="0">
                <a:latin typeface="Univers Condensed" panose="020B0506020202050204" pitchFamily="34" charset="0"/>
              </a:rPr>
              <a:t>Result will be few instructions which needs to posted by us to terminal</a:t>
            </a:r>
          </a:p>
          <a:p>
            <a:r>
              <a:rPr lang="en-US" sz="2400" dirty="0">
                <a:latin typeface="Univers Condensed" panose="020B0506020202050204" pitchFamily="34" charset="0"/>
              </a:rPr>
              <a:t>Once the job is done go to neon console -&gt; tables-&gt;link table and you can find all columns</a:t>
            </a:r>
          </a:p>
          <a:p>
            <a:r>
              <a:rPr lang="en-US" sz="2400" dirty="0">
                <a:latin typeface="Univers Condensed" panose="020B0506020202050204" pitchFamily="34" charset="0"/>
              </a:rPr>
              <a:t>Now the step to add dummy data</a:t>
            </a:r>
            <a:endParaRPr lang="en-IN" sz="2400" dirty="0">
              <a:latin typeface="Univers Condensed" panose="020B0506020202050204" pitchFamily="34" charset="0"/>
            </a:endParaRPr>
          </a:p>
          <a:p>
            <a:pPr marL="0" indent="0">
              <a:buNone/>
            </a:pPr>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54E7A1DD-D65C-ED6A-5879-FAA4CECB5B91}"/>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9B3F5257-E753-ED05-9AFE-9976818560B4}"/>
              </a:ext>
            </a:extLst>
          </p:cNvPr>
          <p:cNvPicPr>
            <a:picLocks noChangeAspect="1"/>
          </p:cNvPicPr>
          <p:nvPr/>
        </p:nvPicPr>
        <p:blipFill>
          <a:blip r:embed="rId4"/>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024B7D46-BE76-5354-9CDB-86CC0A13F66A}"/>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3856561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B04DD-1243-B10B-F578-E30FFF825D6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123C5E-CD9D-D8E1-4C54-B782CC300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54824A5-A6BD-4F6B-F02C-2AA08647E150}"/>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Adding dummy data</a:t>
            </a:r>
          </a:p>
        </p:txBody>
      </p:sp>
      <p:cxnSp>
        <p:nvCxnSpPr>
          <p:cNvPr id="11" name="Straight Connector 10">
            <a:extLst>
              <a:ext uri="{FF2B5EF4-FFF2-40B4-BE49-F238E27FC236}">
                <a16:creationId xmlns:a16="http://schemas.microsoft.com/office/drawing/2014/main" id="{37F377CD-841E-8FB8-E136-91FCB5B911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C5E3919-1252-297A-A933-4AA6D4A029B6}"/>
              </a:ext>
            </a:extLst>
          </p:cNvPr>
          <p:cNvSpPr>
            <a:spLocks noGrp="1"/>
          </p:cNvSpPr>
          <p:nvPr>
            <p:ph idx="1"/>
          </p:nvPr>
        </p:nvSpPr>
        <p:spPr>
          <a:xfrm>
            <a:off x="704086" y="1935803"/>
            <a:ext cx="6776103" cy="4786009"/>
          </a:xfrm>
        </p:spPr>
        <p:txBody>
          <a:bodyPr>
            <a:normAutofit/>
          </a:bodyPr>
          <a:lstStyle/>
          <a:p>
            <a:pPr marL="0" indent="0">
              <a:buNone/>
            </a:pPr>
            <a:endParaRPr lang="en-US" sz="2400" dirty="0">
              <a:latin typeface="Univers Condensed" panose="020B0506020202050204" pitchFamily="34" charset="0"/>
            </a:endParaRPr>
          </a:p>
          <a:p>
            <a:r>
              <a:rPr lang="en-IN" sz="2400" dirty="0">
                <a:latin typeface="Univers Condensed" panose="020B0506020202050204" pitchFamily="34" charset="0"/>
              </a:rPr>
              <a:t>To create dummy data we need to co-ordinate with MCP Server</a:t>
            </a:r>
          </a:p>
          <a:p>
            <a:r>
              <a:rPr lang="en-IN" sz="2400" dirty="0">
                <a:latin typeface="Univers Condensed" panose="020B0506020202050204" pitchFamily="34" charset="0"/>
              </a:rPr>
              <a:t>Lets Install MCP Server for Neon</a:t>
            </a:r>
          </a:p>
          <a:p>
            <a:r>
              <a:rPr lang="en-IN" sz="2400" dirty="0">
                <a:latin typeface="Univers Condensed" panose="020B0506020202050204" pitchFamily="34" charset="0"/>
              </a:rPr>
              <a:t>We are using natural language to install all these</a:t>
            </a:r>
          </a:p>
          <a:p>
            <a:r>
              <a:rPr lang="en-IN" sz="2400" dirty="0">
                <a:latin typeface="Univers Condensed" panose="020B0506020202050204" pitchFamily="34" charset="0"/>
              </a:rPr>
              <a:t>Extensions – MCP for Neon – install (copilot chat)</a:t>
            </a:r>
          </a:p>
          <a:p>
            <a:r>
              <a:rPr lang="en-IN" sz="2400" dirty="0">
                <a:latin typeface="Univers Condensed" panose="020B0506020202050204" pitchFamily="34" charset="0"/>
              </a:rPr>
              <a:t>Ctrl Shift P – open user settings – chat gallery MCP and enable settings</a:t>
            </a:r>
          </a:p>
          <a:p>
            <a:endParaRPr lang="en-IN" sz="2400" dirty="0">
              <a:latin typeface="Univers Condensed" panose="020B0506020202050204" pitchFamily="34" charset="0"/>
            </a:endParaRPr>
          </a:p>
          <a:p>
            <a:pPr marL="0" indent="0">
              <a:buNone/>
            </a:pPr>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109C41F5-E040-8B5F-1CF1-70B80D2AC753}"/>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9D72E8D1-964F-0C1D-B236-6E5466CDC838}"/>
              </a:ext>
            </a:extLst>
          </p:cNvPr>
          <p:cNvPicPr>
            <a:picLocks noChangeAspect="1"/>
          </p:cNvPicPr>
          <p:nvPr/>
        </p:nvPicPr>
        <p:blipFill>
          <a:blip r:embed="rId4"/>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6D1B2F1D-1F08-2780-B11F-57CD6AABFE4C}"/>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2027734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22C42-02C2-6B58-5821-B8D8D68B111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85B48A-582E-4BA2-67C4-57EE9DEA7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21CBA51-05AA-5E00-D2C8-100897BD38A9}"/>
              </a:ext>
            </a:extLst>
          </p:cNvPr>
          <p:cNvSpPr>
            <a:spLocks noGrp="1"/>
          </p:cNvSpPr>
          <p:nvPr>
            <p:ph type="title"/>
          </p:nvPr>
        </p:nvSpPr>
        <p:spPr>
          <a:xfrm>
            <a:off x="457200" y="914400"/>
            <a:ext cx="7003915" cy="1307590"/>
          </a:xfrm>
        </p:spPr>
        <p:txBody>
          <a:bodyPr vert="horz" lIns="91440" tIns="45720" rIns="91440" bIns="45720" rtlCol="0" anchor="t">
            <a:normAutofit/>
          </a:bodyPr>
          <a:lstStyle/>
          <a:p>
            <a:r>
              <a:rPr lang="en-IN" sz="3600" dirty="0">
                <a:latin typeface="Univers Condensed" panose="020B0506020202050204" pitchFamily="34" charset="0"/>
              </a:rPr>
              <a:t>Now lets talk to database directly</a:t>
            </a:r>
          </a:p>
        </p:txBody>
      </p:sp>
      <p:cxnSp>
        <p:nvCxnSpPr>
          <p:cNvPr id="11" name="Straight Connector 10">
            <a:extLst>
              <a:ext uri="{FF2B5EF4-FFF2-40B4-BE49-F238E27FC236}">
                <a16:creationId xmlns:a16="http://schemas.microsoft.com/office/drawing/2014/main" id="{60D8EE90-D553-1D36-8DAB-8BBC721760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8FB06E7-38B8-85CC-2A74-4EDC0717A437}"/>
              </a:ext>
            </a:extLst>
          </p:cNvPr>
          <p:cNvSpPr>
            <a:spLocks noGrp="1"/>
          </p:cNvSpPr>
          <p:nvPr>
            <p:ph idx="1"/>
          </p:nvPr>
        </p:nvSpPr>
        <p:spPr>
          <a:xfrm>
            <a:off x="704086" y="1935803"/>
            <a:ext cx="6776103" cy="4786009"/>
          </a:xfrm>
        </p:spPr>
        <p:txBody>
          <a:bodyPr>
            <a:normAutofit/>
          </a:bodyPr>
          <a:lstStyle/>
          <a:p>
            <a:pPr marL="0" indent="0">
              <a:buNone/>
            </a:pPr>
            <a:endParaRPr lang="en-US" sz="2400" dirty="0">
              <a:latin typeface="Univers Condensed" panose="020B0506020202050204" pitchFamily="34" charset="0"/>
            </a:endParaRPr>
          </a:p>
          <a:p>
            <a:r>
              <a:rPr lang="en-IN" sz="2400" dirty="0">
                <a:latin typeface="Univers Condensed" panose="020B0506020202050204" pitchFamily="34" charset="0"/>
              </a:rPr>
              <a:t>Switch to agent mode</a:t>
            </a:r>
          </a:p>
          <a:p>
            <a:r>
              <a:rPr lang="en-IN" sz="2400" dirty="0">
                <a:latin typeface="Univers Condensed" panose="020B0506020202050204" pitchFamily="34" charset="0"/>
              </a:rPr>
              <a:t>“list all of the projects in my neon account”</a:t>
            </a:r>
          </a:p>
          <a:p>
            <a:r>
              <a:rPr lang="en-IN" sz="2400" dirty="0">
                <a:latin typeface="Univers Condensed" panose="020B0506020202050204" pitchFamily="34" charset="0"/>
              </a:rPr>
              <a:t>Based on the list, jump to ask mode</a:t>
            </a:r>
          </a:p>
          <a:p>
            <a:r>
              <a:rPr lang="en-IN" sz="2400" dirty="0">
                <a:latin typeface="Univers Condensed" panose="020B0506020202050204" pitchFamily="34" charset="0"/>
              </a:rPr>
              <a:t>We </a:t>
            </a:r>
            <a:r>
              <a:rPr lang="en-IN" sz="2400" dirty="0" err="1">
                <a:latin typeface="Univers Condensed" panose="020B0506020202050204" pitchFamily="34" charset="0"/>
              </a:rPr>
              <a:t>requie</a:t>
            </a:r>
            <a:r>
              <a:rPr lang="en-IN" sz="2400" dirty="0">
                <a:latin typeface="Univers Condensed" panose="020B0506020202050204" pitchFamily="34" charset="0"/>
              </a:rPr>
              <a:t> neon user id, so go to neon site and get the user id</a:t>
            </a:r>
          </a:p>
          <a:p>
            <a:r>
              <a:rPr lang="en-IN" sz="2400" dirty="0">
                <a:latin typeface="Univers Condensed" panose="020B0506020202050204" pitchFamily="34" charset="0"/>
              </a:rPr>
              <a:t>Then chat “ generate 10 examples for user id (paste user id) use the </a:t>
            </a:r>
            <a:r>
              <a:rPr lang="en-IN" sz="2400" dirty="0" err="1">
                <a:latin typeface="Univers Condensed" panose="020B0506020202050204" pitchFamily="34" charset="0"/>
              </a:rPr>
              <a:t>schema.ts</a:t>
            </a:r>
            <a:r>
              <a:rPr lang="en-IN" sz="2400" dirty="0">
                <a:latin typeface="Univers Condensed" panose="020B0506020202050204" pitchFamily="34" charset="0"/>
              </a:rPr>
              <a:t> for the correct structure</a:t>
            </a:r>
          </a:p>
          <a:p>
            <a:pPr marL="0" indent="0">
              <a:buNone/>
            </a:pPr>
            <a:endParaRPr lang="en-IN" sz="2400" dirty="0">
              <a:latin typeface="Univers Condensed" panose="020B0506020202050204" pitchFamily="34" charset="0"/>
            </a:endParaRPr>
          </a:p>
        </p:txBody>
      </p:sp>
      <p:pic>
        <p:nvPicPr>
          <p:cNvPr id="4" name="Picture 3">
            <a:extLst>
              <a:ext uri="{FF2B5EF4-FFF2-40B4-BE49-F238E27FC236}">
                <a16:creationId xmlns:a16="http://schemas.microsoft.com/office/drawing/2014/main" id="{DEDAB3CF-BDD0-07B6-E51D-E2FDF1C92048}"/>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8" name="Picture 7">
            <a:extLst>
              <a:ext uri="{FF2B5EF4-FFF2-40B4-BE49-F238E27FC236}">
                <a16:creationId xmlns:a16="http://schemas.microsoft.com/office/drawing/2014/main" id="{FF159824-C795-CB3F-AA70-1D2D5587B36B}"/>
              </a:ext>
            </a:extLst>
          </p:cNvPr>
          <p:cNvPicPr>
            <a:picLocks noChangeAspect="1"/>
          </p:cNvPicPr>
          <p:nvPr/>
        </p:nvPicPr>
        <p:blipFill>
          <a:blip r:embed="rId4"/>
          <a:stretch>
            <a:fillRect/>
          </a:stretch>
        </p:blipFill>
        <p:spPr>
          <a:xfrm>
            <a:off x="7602498" y="682646"/>
            <a:ext cx="3185476" cy="2586417"/>
          </a:xfrm>
          <a:prstGeom prst="rect">
            <a:avLst/>
          </a:prstGeom>
        </p:spPr>
      </p:pic>
      <p:sp>
        <p:nvSpPr>
          <p:cNvPr id="10" name="TextBox 9">
            <a:extLst>
              <a:ext uri="{FF2B5EF4-FFF2-40B4-BE49-F238E27FC236}">
                <a16:creationId xmlns:a16="http://schemas.microsoft.com/office/drawing/2014/main" id="{92F720B8-30DC-BD8D-7716-8D64437207F8}"/>
              </a:ext>
            </a:extLst>
          </p:cNvPr>
          <p:cNvSpPr txBox="1"/>
          <p:nvPr/>
        </p:nvSpPr>
        <p:spPr>
          <a:xfrm>
            <a:off x="7690428" y="313314"/>
            <a:ext cx="1343638" cy="369332"/>
          </a:xfrm>
          <a:prstGeom prst="rect">
            <a:avLst/>
          </a:prstGeom>
          <a:noFill/>
        </p:spPr>
        <p:txBody>
          <a:bodyPr wrap="none" rtlCol="0">
            <a:spAutoFit/>
          </a:bodyPr>
          <a:lstStyle/>
          <a:p>
            <a:r>
              <a:rPr lang="en-IN" dirty="0">
                <a:highlight>
                  <a:srgbClr val="00FF00"/>
                </a:highlight>
              </a:rPr>
              <a:t>Description</a:t>
            </a:r>
          </a:p>
        </p:txBody>
      </p:sp>
    </p:spTree>
    <p:extLst>
      <p:ext uri="{BB962C8B-B14F-4D97-AF65-F5344CB8AC3E}">
        <p14:creationId xmlns:p14="http://schemas.microsoft.com/office/powerpoint/2010/main" val="3453839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DCC97-6EA1-8344-E09C-C47B779008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863047-1922-BAF1-1C5A-1A8962F9474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08209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1696</TotalTime>
  <Words>2963</Words>
  <Application>Microsoft Office PowerPoint</Application>
  <PresentationFormat>Widescreen</PresentationFormat>
  <Paragraphs>296</Paragraphs>
  <Slides>41</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Akira Expanded</vt:lpstr>
      <vt:lpstr>Aptos</vt:lpstr>
      <vt:lpstr>Aptos Display</vt:lpstr>
      <vt:lpstr>Arial</vt:lpstr>
      <vt:lpstr>Calisto MT</vt:lpstr>
      <vt:lpstr>Consolas</vt:lpstr>
      <vt:lpstr>Univers Condensed</vt:lpstr>
      <vt:lpstr>Office Theme</vt:lpstr>
      <vt:lpstr>GitHub Copilot</vt:lpstr>
      <vt:lpstr>Project intro</vt:lpstr>
      <vt:lpstr>Stack Overview</vt:lpstr>
      <vt:lpstr>Next.js Project Setup</vt:lpstr>
      <vt:lpstr>Installing shadcn UI</vt:lpstr>
      <vt:lpstr>Setup clerk for authentication</vt:lpstr>
      <vt:lpstr>Setup database on neon</vt:lpstr>
      <vt:lpstr>Setup and install drizzle.com</vt:lpstr>
      <vt:lpstr>Create schema</vt:lpstr>
      <vt:lpstr>Create schema(contd..)</vt:lpstr>
      <vt:lpstr>Custom agents </vt:lpstr>
      <vt:lpstr>What is Custom Agent</vt:lpstr>
      <vt:lpstr>Instruction to create instruction files</vt:lpstr>
      <vt:lpstr>Instruction to create instruction files contd…</vt:lpstr>
      <vt:lpstr>Creating individual  instruction files for the architecture</vt:lpstr>
      <vt:lpstr>Creating individual  instruction files for the architecture … Contd…</vt:lpstr>
      <vt:lpstr>Using Custom Agents</vt:lpstr>
      <vt:lpstr>Generate instruction files with new custom agent prompt</vt:lpstr>
      <vt:lpstr>Creating New Instruction file UI Elements etc.</vt:lpstr>
      <vt:lpstr>Implement dashboard page + UI tweaks Guided by GitHub Copilot instructions</vt:lpstr>
      <vt:lpstr>Implement dashboard page + UI contd.. Guided by GitHub Copilot instructions</vt:lpstr>
      <vt:lpstr>Custom agents </vt:lpstr>
      <vt:lpstr>Open Webpage directly in VS Code</vt:lpstr>
      <vt:lpstr>AGENTS.md is not referred properly?</vt:lpstr>
      <vt:lpstr>Commit and Publish</vt:lpstr>
      <vt:lpstr>Custom agents cloud agents </vt:lpstr>
      <vt:lpstr>More Agent options…</vt:lpstr>
      <vt:lpstr>Working with cloud agents</vt:lpstr>
      <vt:lpstr>Working with cloud agents contd..</vt:lpstr>
      <vt:lpstr>Using mobile app</vt:lpstr>
      <vt:lpstr>Orchestrating cloud agents and background agents</vt:lpstr>
      <vt:lpstr>Orchestrating cloud agents and background agents</vt:lpstr>
      <vt:lpstr>Removing additional buttons</vt:lpstr>
      <vt:lpstr>Final beautification of page using Chat Agent</vt:lpstr>
      <vt:lpstr>Creating database </vt:lpstr>
      <vt:lpstr>Create a Table schema</vt:lpstr>
      <vt:lpstr>Create a Table schema contd…</vt:lpstr>
      <vt:lpstr>Pushing schema to Postgres</vt:lpstr>
      <vt:lpstr>Adding dummy data</vt:lpstr>
      <vt:lpstr>Now lets talk to database directly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Perepa</dc:creator>
  <cp:lastModifiedBy>Vijay Perepa</cp:lastModifiedBy>
  <cp:revision>16</cp:revision>
  <dcterms:created xsi:type="dcterms:W3CDTF">2026-01-16T17:28:44Z</dcterms:created>
  <dcterms:modified xsi:type="dcterms:W3CDTF">2026-01-19T03:18:21Z</dcterms:modified>
</cp:coreProperties>
</file>