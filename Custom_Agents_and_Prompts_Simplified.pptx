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41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Complete_Tutorial_Custom_Agents_and_Prompts.docx
- Copilot logo image: https://agiletechguru.in/wp-content/uploads/2024/03/Github-Copilot-Logo_Transperent.png
- VS Code logo image: https://logospng.org/download/visual-studio-code/visual-studio-code-4096.png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definition + benefits + use cases for custom agents.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agent concept + prompt engineering + handoffs sections.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three creation methods + storage options.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naming best practices + YAML frontmatter template + handoffs fields.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agent body template + planner example + save/test checklist.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handoffs section + save/test checklist.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“Key Components of Effective Prompts” + formula and best practices.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prompt structure templates + “Clarity and Precision” guidance.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“Common Pitfalls to Avoid” + “Iterate and Refine”.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Case study narrative is original. Workflow idea is based on provided document’s common use cases + handoffs concept.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Provided document: getting started checklist and recap sections.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Prompts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step-by-step guide for GitHub Copilot in VS Code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778240" y="1143000"/>
            <a:ext cx="2743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/mnt/data/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697" y="1261872"/>
            <a:ext cx="2068286" cy="868680"/>
          </a:xfrm>
          <a:prstGeom prst="rect">
            <a:avLst/>
          </a:prstGeom>
        </p:spPr>
      </p:pic>
      <p:pic>
        <p:nvPicPr>
          <p:cNvPr id="12" name="Image 1" descr="/mnt/data/vs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220" y="2176272"/>
            <a:ext cx="777240" cy="777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1540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+ VS Code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3337560"/>
            <a:ext cx="8046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1051560" y="35661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deck you’ll learn: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051560" y="393192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“Custom Agents” are (think: job roles for AI)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an agent in VS Code (3 easy ways)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good “Custom Prompt” anyone can understand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real-world case study (Plan → Build → Review → Document)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15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“Complete Tutorial: Custom Agents &amp; Custom Prompts” (provided document)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“Custom Agent”?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definition: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Agent is an AI “role” you set up for a specific job.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roles: Planner, Developer, Security Reviewer, Documentation Writer.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51560" y="4297680"/>
            <a:ext cx="502920" cy="50292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5156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64208" y="4270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use agents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64208" y="4709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AI behaves the same way every time—like a repeatable process.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34840" y="397764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4297680"/>
            <a:ext cx="502920" cy="502920"/>
          </a:xfrm>
          <a:prstGeom prst="ellipse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67528" y="4270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control tools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67528" y="47091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the agent can access (search, fetch, repo tools, etc.).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397764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458200" y="4297680"/>
            <a:ext cx="502920" cy="502920"/>
          </a:xfrm>
          <a:prstGeom prst="ellipse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458200" y="4306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70848" y="42702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add handoffs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70848" y="470916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to move work from one agent to the next (Plan -&gt; Implement -&gt; Review).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ideas: tool control • specialized instructions • consistent behavior • guided workflows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picture: how the pieces fit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3362858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51560" y="2560320"/>
            <a:ext cx="658368" cy="65836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25694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74520" y="2560320"/>
            <a:ext cx="1991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291840"/>
            <a:ext cx="27227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“role” with rules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Planner)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14418" y="2057400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414418" y="2057400"/>
            <a:ext cx="3362858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34458" y="2560320"/>
            <a:ext cx="658368" cy="658368"/>
          </a:xfrm>
          <a:prstGeom prst="ellipse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34458" y="25694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57418" y="2560320"/>
            <a:ext cx="1991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Prompt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34458" y="3291840"/>
            <a:ext cx="27227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request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(anyone can write)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97317" y="2057400"/>
            <a:ext cx="336285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097317" y="2057400"/>
            <a:ext cx="3362858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417357" y="2560320"/>
            <a:ext cx="658368" cy="658368"/>
          </a:xfrm>
          <a:prstGeom prst="ellipse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417357" y="25694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40317" y="2560320"/>
            <a:ext cx="1991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17357" y="3291840"/>
            <a:ext cx="272277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next-step button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 work along)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48658" y="3886200"/>
            <a:ext cx="411480" cy="5486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731557" y="3886200"/>
            <a:ext cx="411480" cy="5486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31520" y="6355080"/>
            <a:ext cx="10972800" cy="411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14400" y="642823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Agents define behavior. Prompts describe the task. Handoffs keep the process moving.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Agent (3 ways)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3611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51560" y="2331720"/>
            <a:ext cx="502920" cy="502920"/>
          </a:xfrm>
          <a:prstGeom prst="ellipse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64208" y="2304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1: Dropdown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64208" y="27432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Chat → Agents dropdown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“Configure Custom Agents”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new custom agent”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2011680"/>
            <a:ext cx="36118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502920" cy="5029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2340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67528" y="2304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2: Command Palette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67528" y="274320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Ctrl/Cmd + Shift + P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“Chat: New Custom Agent” → Enter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201168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458200" y="2331720"/>
            <a:ext cx="502920" cy="50292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58200" y="2340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70848" y="23042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3: Create a file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70848" y="27432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repo: create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“.github/agents/”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a “.agent.md” file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4160520"/>
            <a:ext cx="10972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05840" y="43434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you store it?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05840" y="4754880"/>
            <a:ext cx="5257800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234440" y="487375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(team shared)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in .github/agents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Goes into version control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46520" y="4754880"/>
            <a:ext cx="5257800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675120" y="487375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(personal)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across projects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automatically shared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it’s for a project/team → use Workspace. If it’s your personal style → use User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file: name + header (YAML)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Give it a clear name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30428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Planner.agent.md, SecurityReviewer.agent.md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Agent1.agent.md, Helper.agent.md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0972800" cy="3566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101600" dist="508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29718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header (copy/paste and edit):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37560"/>
            <a:ext cx="10424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Planner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Generate an implementation plan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['search', 'fetch', 'githubRepo']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(your chosen model)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label: Start Implementation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agent: implementation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prompt: Implement the plan above.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send: false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file: the instructions (body)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Write simple rules (like a job description)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51560" y="2743200"/>
            <a:ext cx="502920" cy="50292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1560" y="2752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64208" y="27157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agent body includes: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64208" y="3154680"/>
            <a:ext cx="4343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Role (what you do)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Capabilities (what you can do)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Limitations (what NOT to do)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Guidelines (how to work)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format (how to deliver results)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423160"/>
            <a:ext cx="5257800" cy="2834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limitation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(keeps output safe):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NOT implement code.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create a plan.”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3794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the Planner agent from skipping straight to coding.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532120"/>
            <a:ext cx="10972800" cy="9601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05840" y="57150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Save the file. VS Code detects it automatically and it appears in the agent dropdown.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usable: handoffs + testing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5669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= “Next step” buttons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for workflows like: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5120640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43000" y="30449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→  Implement  →  Review  →  Document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703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button can pre-fill the next prompt so people don’t have to remember what to ask.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5074920" cy="44348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0372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testing checklist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25603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show up in the agent dropdown?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description clear in the UI?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chosen tools work?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follow the rules you wrote?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handoff buttons appear (if added)?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Prompts (simple)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prompts like a “work order” for the AI.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results happen when you include these 4 items: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6628" y="28803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135228" y="3108960"/>
            <a:ext cx="502920" cy="5029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35228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29588" y="30998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5228" y="37490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working on?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Tools/stack/constraints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58388" y="28803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786988" y="3108960"/>
            <a:ext cx="502920" cy="50292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786988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81348" y="30998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86988" y="37490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we’re done?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0148" y="28803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38748" y="3108960"/>
            <a:ext cx="502920" cy="502920"/>
          </a:xfrm>
          <a:prstGeom prst="ellipse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38748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33108" y="30998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38748" y="37490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behaviors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edge cases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61908" y="2880360"/>
            <a:ext cx="2423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090508" y="3108960"/>
            <a:ext cx="502920" cy="502920"/>
          </a:xfrm>
          <a:prstGeom prst="ellipse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090508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84868" y="30998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90508" y="3749040"/>
            <a:ext cx="1965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answer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delivered?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5532120"/>
            <a:ext cx="10972800" cy="960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05840" y="57150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Great prompt = Clear goal + Sufficient context + Specific requirements + Format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EDIT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anyone can use (template)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10972800" cy="4480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101600" dist="508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10424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[Context] I’m working on … (app / repo / language / framework)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[Goal] I need to … (what you want done)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[Requirements] It must: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…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…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…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[Constraints] (optional)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Don’t change …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it under …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[Format] Please return: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… (steps, code, checklist, table, etc.)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26442" y="594360"/>
            <a:ext cx="5062888" cy="5943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26461" y="722376"/>
            <a:ext cx="5253789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you only write ONE thing, write the Goal in plain language.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(and quick fixes)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51560" y="2331720"/>
            <a:ext cx="502920" cy="502920"/>
          </a:xfrm>
          <a:prstGeom prst="ellipse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64208" y="23042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Mistake: Too vague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64208" y="27432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“Fix my code.”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“Fix the syntax errors first, then optimize database calls.”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51560" y="3931920"/>
            <a:ext cx="502920" cy="5029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5156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64208" y="39044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Mistake: Not enough context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64208" y="4343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“Add authentication.”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“Add JWT auth for a .NET 8 Blazor Server app.”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21208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51560" y="5532120"/>
            <a:ext cx="502920" cy="50292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51560" y="5541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64208" y="55046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Mistake: Asking for too much at once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64208" y="59436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“Build a whole e-commerce app.”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break into 4–5 smaller prompts.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2011680"/>
            <a:ext cx="52578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20840" y="2194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“good prompt” checklist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20840" y="2606040"/>
            <a:ext cx="4709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in one sentence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just enough context (stack + constraints)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requirements as bullets or numbers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the output should look like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improve the prompt based on the result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(non-technical): “Order Support Upgrade”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wants faster customer support.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add a simple “Order Status Summary” to the app and produce clear user instructions.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6608" y="3063240"/>
            <a:ext cx="2468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46608" y="3063240"/>
            <a:ext cx="2468880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75208" y="3474720"/>
            <a:ext cx="548640" cy="54864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75208" y="3483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15288" y="34472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5208" y="40233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step-by-step plan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89808" y="3063240"/>
            <a:ext cx="2468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489808" y="3063240"/>
            <a:ext cx="2468880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18408" y="3474720"/>
            <a:ext cx="548640" cy="548640"/>
          </a:xfrm>
          <a:prstGeom prst="ellipse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18408" y="3483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58488" y="34472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18408" y="40233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feature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3008" y="3063240"/>
            <a:ext cx="2468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33008" y="3063240"/>
            <a:ext cx="2468880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61608" y="3474720"/>
            <a:ext cx="548640" cy="548640"/>
          </a:xfrm>
          <a:prstGeom prst="ellipse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61608" y="3483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01688" y="34472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61608" y="40233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risks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976208" y="3063240"/>
            <a:ext cx="2468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976208" y="3063240"/>
            <a:ext cx="2468880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204808" y="3474720"/>
            <a:ext cx="548640" cy="54864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204808" y="3483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44888" y="344728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Writer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04808" y="40233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user instructions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15488" y="3959352"/>
            <a:ext cx="274320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958688" y="3959352"/>
            <a:ext cx="274320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701888" y="3959352"/>
            <a:ext cx="274320" cy="3657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31520" y="5349240"/>
            <a:ext cx="10972800" cy="1143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005840" y="551383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helps non-tech teams: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840" y="5788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“we need this feature” into a repeatable workflow with clear handoffs and consistent quality.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" cy="16459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38339" y="0"/>
            <a:ext cx="2438339" cy="16459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76678" y="0"/>
            <a:ext cx="2438339" cy="164592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2438339" cy="164592"/>
          </a:xfrm>
          <a:prstGeom prst="rect">
            <a:avLst/>
          </a:prstGeom>
          <a:solidFill>
            <a:srgbClr val="0984E3"/>
          </a:solidFill>
          <a:ln w="12700">
            <a:solidFill>
              <a:srgbClr val="0984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53356" y="0"/>
            <a:ext cx="2438339" cy="164592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777240"/>
            <a:ext cx="2834640" cy="50292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getting-started checklist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10972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 order: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/ enable GitHub Copilot in VS Code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agent: “Planner” (workspace-level if you share)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clear limitation: “DO NOT implement code; only plan”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handoff: “Start Implementation” → your implementation agent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reusable prompt template for your team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does the agent show up and follow the rules?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5989320"/>
            <a:ext cx="1097280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5840" y="610819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consistency: keep agents “small and specific” and prompts “clear and repeatable”.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1564</Words>
  <Application>Microsoft Office PowerPoint</Application>
  <PresentationFormat>Widescreen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Vijay Perepa</cp:lastModifiedBy>
  <cp:revision>2</cp:revision>
  <dcterms:created xsi:type="dcterms:W3CDTF">2026-01-17T08:02:12Z</dcterms:created>
  <dcterms:modified xsi:type="dcterms:W3CDTF">2026-01-18T21:24:12Z</dcterms:modified>
</cp:coreProperties>
</file>